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Default Extension="svg" ContentType="image/svg+xml"/>
  <Override PartName="/customXml/itemProps1.xml" ContentType="application/vnd.openxmlformats-officedocument.customXmlProperties+xml"/>
  <Override PartName="/ppt/slideLayouts/slideLayout8.xml" ContentType="application/vnd.openxmlformats-officedocument.presentationml.slideLayout+xml"/>
  <Override PartName="/customXml/itemProps2.xml" ContentType="application/vnd.openxmlformats-officedocument.customXmlProperties+xml"/>
  <Override PartName="/ppt/presentation.xml" ContentType="application/vnd.openxmlformats-officedocument.presentationml.presentation.main+xml"/>
  <Override PartName="/ppt/slideLayouts/slideLayout9.xml" ContentType="application/vnd.openxmlformats-officedocument.presentationml.slideLayout+xml"/>
  <Override PartName="/customXml/itemProps3.xml" ContentType="application/vnd.openxmlformats-officedocument.customXmlProperties+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4"/>
  </p:sldMasterIdLst>
  <p:notesMasterIdLst>
    <p:notesMasterId r:id="rId15"/>
  </p:notesMasterIdLst>
  <p:handoutMasterIdLst>
    <p:handoutMasterId r:id="rId16"/>
  </p:handoutMasterIdLst>
  <p:sldIdLst>
    <p:sldId id="256" r:id="rId8"/>
    <p:sldId id="257" r:id="rId9"/>
    <p:sldId id="258" r:id="rId10"/>
    <p:sldId id="259" r:id="rId11"/>
    <p:sldId id="260" r:id="rId12"/>
    <p:sldId id="261" r:id="rId13"/>
    <p:sldId id="262" r:id="rId14"/>
  </p:sldIdLst>
  <p:sldSz cx="12192000" cy="6858000"/>
  <p:notesSz cx="6858000" cy="9144000"/>
  <p:custDataLst>
    <p:custData r:id="rId1"/>
    <p:custData r:id="rId2"/>
    <p:custData r:id="rId3"/>
  </p:custDataLst>
  <p:defaultText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C4B1156A-380E-4F78-BDF5-A606A8083BF9}">
  <a:tblStyle styleId="{C4B1156A-380E-4F78-BDF5-A606A8083BF9}" styleName="Style moyen 4 - Accentuation 4">
    <a:wholeTbl>
      <a:tcTxStyle>
        <a:fontRef idx="minor">
          <a:srgbClr val="000000"/>
        </a:fontRef>
        <a:schemeClr val="dk1"/>
      </a:tcTxStyle>
      <a:tcStyle>
        <a:tcBdr>
          <a:left>
            <a:ln w="12700">
              <a:solidFill>
                <a:schemeClr val="accent4"/>
              </a:solidFill>
            </a:ln>
          </a:left>
          <a:right>
            <a:ln w="12700">
              <a:solidFill>
                <a:schemeClr val="accent4"/>
              </a:solidFill>
            </a:ln>
          </a:right>
          <a:top>
            <a:ln w="12700">
              <a:solidFill>
                <a:schemeClr val="accent4"/>
              </a:solidFill>
            </a:ln>
          </a:top>
          <a:bottom>
            <a:ln w="12700">
              <a:solidFill>
                <a:schemeClr val="accent4"/>
              </a:solidFill>
            </a:ln>
          </a:bottom>
          <a:insideH>
            <a:ln w="12700">
              <a:solidFill>
                <a:schemeClr val="accent4"/>
              </a:solidFill>
            </a:ln>
          </a:insideH>
          <a:insideV>
            <a:ln w="12700">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fill>
          <a:solidFill>
            <a:schemeClr val="accent4">
              <a:tint val="40000"/>
            </a:schemeClr>
          </a:solidFill>
        </a:fill>
      </a:tcStyle>
    </a:band2V>
    <a:lastCol>
      <a:tcStyle>
        <a:tcBdr/>
      </a:tcStyle>
    </a:lastCol>
    <a:firstCol>
      <a:tcStyle>
        <a:tcBdr/>
      </a:tcStyle>
    </a:firstCol>
    <a:lastRow>
      <a:tcStyle>
        <a:tcBdr>
          <a:top>
            <a:ln w="25400">
              <a:solidFill>
                <a:schemeClr val="accent4"/>
              </a:solidFill>
            </a:ln>
          </a:top>
        </a:tcBdr>
        <a:fill>
          <a:solidFill>
            <a:schemeClr val="accent4">
              <a:tint val="20000"/>
            </a:schemeClr>
          </a:solidFill>
        </a:fill>
      </a:tcStyle>
    </a:lastRow>
    <a:seCell>
      <a:tcStyle>
        <a:tcBdr/>
      </a:tcStyle>
    </a:seCell>
    <a:swCell>
      <a:tcStyle>
        <a:tcBdr/>
      </a:tcStyle>
    </a:swCell>
    <a:firstRow>
      <a:tcStyle>
        <a:tcBdr/>
        <a:fill>
          <a:solidFill>
            <a:schemeClr val="accent4">
              <a:tint val="20000"/>
            </a:schemeClr>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3" d="100"/>
          <a:sy n="73" d="100"/>
        </p:scale>
        <p:origin x="1044" y="72"/>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theme" Target="theme/them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899846630"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1364382677" name="Espace réservé de la date 2"/>
          <p:cNvSpPr>
            <a:spLocks noGrp="1"/>
          </p:cNvSpPr>
          <p:nvPr>
            <p:ph type="dt" sz="quarter"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08AC4C70-9B7A-4B3F-9B62-61FBD47E5BD0}" type="datetimeFigureOut">
              <a:rPr lang="fr-FR"/>
              <a:t>15/10/2026</a:t>
            </a:fld>
            <a:endParaRPr lang="fr-FR"/>
          </a:p>
        </p:txBody>
      </p:sp>
      <p:sp>
        <p:nvSpPr>
          <p:cNvPr id="998735165" name="Espace réservé du pied de page 3"/>
          <p:cNvSpPr>
            <a:spLocks noGrp="1"/>
          </p:cNvSpPr>
          <p:nvPr>
            <p:ph type="ftr" sz="quarter" idx="2"/>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249747210" name="Espace réservé du numéro de diapositive 4"/>
          <p:cNvSpPr>
            <a:spLocks noGrp="1"/>
          </p:cNvSpPr>
          <p:nvPr>
            <p:ph type="sldNum" sz="quarter" idx="3"/>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D2F4700-86E5-48CF-AACB-A94BF9A4CF7F}" type="slidenum">
              <a:rPr lang="fr-FR"/>
              <a:t>‹N°›</a:t>
            </a:fld>
            <a:endParaRPr lang="fr-F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505584718"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246142440" name="Espace réservé de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1D025CC-95B5-47C0-BA18-1C8B2CE9C773}" type="datetimeFigureOut">
              <a:rPr lang="fr-FR"/>
              <a:t>15/10/2026</a:t>
            </a:fld>
            <a:endParaRPr lang="fr-FR"/>
          </a:p>
        </p:txBody>
      </p:sp>
      <p:sp>
        <p:nvSpPr>
          <p:cNvPr id="653716199" name="Espace réservé de l'image des diapositives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585465735" name="Espace réservé des note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596229644"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689286642"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DDBD58F5-C3B3-45EB-82E3-9E3FE22C63C1}"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86824562" name="Espace réservé de l'image des diapositives 1"/>
          <p:cNvSpPr>
            <a:spLocks noChangeAspect="1" noGrp="1" noRot="1"/>
          </p:cNvSpPr>
          <p:nvPr>
            <p:ph type="sldImg"/>
          </p:nvPr>
        </p:nvSpPr>
        <p:spPr bwMode="auto"/>
      </p:sp>
      <p:sp>
        <p:nvSpPr>
          <p:cNvPr id="1599301613" name="Espace réservé des notes 2"/>
          <p:cNvSpPr>
            <a:spLocks noGrp="1"/>
          </p:cNvSpPr>
          <p:nvPr>
            <p:ph type="body" idx="1"/>
          </p:nvPr>
        </p:nvSpPr>
        <p:spPr bwMode="auto"/>
        <p:txBody>
          <a:bodyPr/>
          <a:lstStyle/>
          <a:p>
            <a:pPr>
              <a:defRPr/>
            </a:pPr>
            <a:r>
              <a:rPr lang="fr-FR"/>
              <a:t>Votre phrase doit créer une tension ou une question, jamais un résumé du sujet. Évitez le jargon technique à ce stade — l'objectif est de capter l'attention, pas d'expliquer. Une seule phrase suffit ; si vous en avez besoin de plusieurs, c'est probablement encore un résumé déguisé. Associez une illustration qui installe l'ambiance sans dévoiler le défi technique (gardez la surprise pour la slide suivante)</a:t>
            </a:r>
            <a:endParaRPr/>
          </a:p>
        </p:txBody>
      </p:sp>
      <p:sp>
        <p:nvSpPr>
          <p:cNvPr id="1808231250" name="Espace réservé du numéro de diapositive 3"/>
          <p:cNvSpPr>
            <a:spLocks noGrp="1"/>
          </p:cNvSpPr>
          <p:nvPr>
            <p:ph type="sldNum" sz="quarter" idx="5"/>
          </p:nvPr>
        </p:nvSpPr>
        <p:spPr bwMode="auto"/>
        <p:txBody>
          <a:bodyPr/>
          <a:lstStyle/>
          <a:p>
            <a:pPr>
              <a:defRPr/>
            </a:pPr>
            <a:fld id="{DDBD58F5-C3B3-45EB-82E3-9E3FE22C63C1}" type="slidenum">
              <a:rPr lang="fr-FR"/>
              <a:t>2</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389383043" name="Espace réservé de l'image des diapositives 1"/>
          <p:cNvSpPr>
            <a:spLocks noChangeAspect="1" noGrp="1" noRot="1"/>
          </p:cNvSpPr>
          <p:nvPr>
            <p:ph type="sldImg"/>
          </p:nvPr>
        </p:nvSpPr>
        <p:spPr bwMode="auto"/>
      </p:sp>
      <p:sp>
        <p:nvSpPr>
          <p:cNvPr id="1068067539" name="Espace réservé des notes 2"/>
          <p:cNvSpPr>
            <a:spLocks noGrp="1"/>
          </p:cNvSpPr>
          <p:nvPr>
            <p:ph type="body" idx="1"/>
          </p:nvPr>
        </p:nvSpPr>
        <p:spPr bwMode="auto"/>
        <p:txBody>
          <a:bodyPr/>
          <a:lstStyle/>
          <a:p>
            <a:pPr>
              <a:defRPr/>
            </a:pPr>
            <a:r>
              <a:rPr lang="fr-FR"/>
              <a:t>Partie A (contexte) : 2-3 phrases maximum. Plantez le décor/l'univers du workshop sans reformuler le sujet — juste de quoi donner l'ambiance. Partie B (le défi) : un schéma unique qui montre la contrainte centrale du workshop. Pas de texte long ici : si le schéma a besoin d'être expliqué en détail, il n'est pas assez clair. Le détail complet reste dans le sujet distribué.</a:t>
            </a:r>
            <a:endParaRPr/>
          </a:p>
        </p:txBody>
      </p:sp>
      <p:sp>
        <p:nvSpPr>
          <p:cNvPr id="180099975" name="Espace réservé du numéro de diapositive 3"/>
          <p:cNvSpPr>
            <a:spLocks noGrp="1"/>
          </p:cNvSpPr>
          <p:nvPr>
            <p:ph type="sldNum" sz="quarter" idx="5"/>
          </p:nvPr>
        </p:nvSpPr>
        <p:spPr bwMode="auto"/>
        <p:txBody>
          <a:bodyPr/>
          <a:lstStyle/>
          <a:p>
            <a:pPr>
              <a:defRPr/>
            </a:pPr>
            <a:fld id="{DDBD58F5-C3B3-45EB-82E3-9E3FE22C63C1}" type="slidenum">
              <a:rPr lang="fr-FR"/>
              <a:t>3</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07136729" name="Espace réservé de l'image des diapositives 3"/>
          <p:cNvSpPr>
            <a:spLocks noChangeAspect="1" noGrp="1" noRot="1"/>
          </p:cNvSpPr>
          <p:nvPr>
            <p:ph type="sldImg" idx="2"/>
          </p:nvPr>
        </p:nvSpPr>
        <p:spPr bwMode="auto">
          <a:prstGeom prst="rect">
            <a:avLst/>
          </a:prstGeom>
          <a:noFill/>
          <a:ln w="12700">
            <a:solidFill>
              <a:prstClr val="black"/>
            </a:solidFill>
          </a:ln>
        </p:spPr>
        <p:txBody>
          <a:bodyPr/>
          <a:lstStyle/>
          <a:p>
            <a:pPr>
              <a:defRPr/>
            </a:pPr>
            <a:endParaRPr/>
          </a:p>
        </p:txBody>
      </p:sp>
      <p:sp>
        <p:nvSpPr>
          <p:cNvPr id="1117476206" name="Espace réservé des notes 4"/>
          <p:cNvSpPr>
            <a:spLocks noGrp="1"/>
          </p:cNvSpPr>
          <p:nvPr>
            <p:ph type="body" sz="quarter" idx="3"/>
          </p:nvPr>
        </p:nvSpPr>
        <p:spPr bwMode="auto">
          <a:prstGeom prst="rect">
            <a:avLst/>
          </a:prstGeom>
        </p:spPr>
        <p:txBody>
          <a:bodyPr/>
          <a:lstStyle/>
          <a:p>
            <a:pPr>
              <a:defRPr/>
            </a:pPr>
            <a:endParaRPr/>
          </a:p>
        </p:txBody>
      </p:sp>
      <p:sp>
        <p:nvSpPr>
          <p:cNvPr id="446158961" name="Espace réservé du numéro de diapositive 6"/>
          <p:cNvSpPr>
            <a:spLocks noGrp="1"/>
          </p:cNvSpPr>
          <p:nvPr>
            <p:ph type="sldNum" sz="quarter" idx="5"/>
          </p:nvPr>
        </p:nvSpPr>
        <p:spPr bwMode="auto">
          <a:prstGeom prst="rect">
            <a:avLst/>
          </a:prstGeom>
        </p:spPr>
        <p:txBody>
          <a:bodyPr/>
          <a:lstStyle/>
          <a:p>
            <a:pPr>
              <a:defRPr/>
            </a:pPr>
            <a:fld id="{A0A06A7F-9470-C70E-E187-771CBDF5D050}" type="slidenum">
              <a:rPr lang="fr-FR"/>
              <a:t>‹N°›</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95308428" name="Espace réservé de l'image des diapositives 1"/>
          <p:cNvSpPr>
            <a:spLocks noChangeAspect="1" noGrp="1" noRot="1"/>
          </p:cNvSpPr>
          <p:nvPr>
            <p:ph type="sldImg"/>
          </p:nvPr>
        </p:nvSpPr>
        <p:spPr bwMode="auto"/>
      </p:sp>
      <p:sp>
        <p:nvSpPr>
          <p:cNvPr id="1416386742" name="Espace réservé des notes 2"/>
          <p:cNvSpPr>
            <a:spLocks noGrp="1"/>
          </p:cNvSpPr>
          <p:nvPr>
            <p:ph type="body" idx="1"/>
          </p:nvPr>
        </p:nvSpPr>
        <p:spPr bwMode="auto"/>
        <p:txBody>
          <a:bodyPr/>
          <a:lstStyle/>
          <a:p>
            <a:pPr>
              <a:defRPr/>
            </a:pPr>
            <a:r>
              <a:rPr lang="fr-FR"/>
              <a:t>Renseignez 2-3 jalons clés par jour maximum — pas le détail heure par heure, juste de quoi se projeter dans la semaine. L'encart en bas de slide reprend les rappels administratifs de votre campus (émargement, propreté des locaux, retards) : gardez un ton informatif et léger, pas un ton de mise en garde — on est encore dans l'énergie de lancement.</a:t>
            </a:r>
            <a:endParaRPr/>
          </a:p>
        </p:txBody>
      </p:sp>
      <p:sp>
        <p:nvSpPr>
          <p:cNvPr id="1969749207" name="Espace réservé du numéro de diapositive 3"/>
          <p:cNvSpPr>
            <a:spLocks noGrp="1"/>
          </p:cNvSpPr>
          <p:nvPr>
            <p:ph type="sldNum" sz="quarter" idx="5"/>
          </p:nvPr>
        </p:nvSpPr>
        <p:spPr bwMode="auto"/>
        <p:txBody>
          <a:bodyPr/>
          <a:lstStyle/>
          <a:p>
            <a:pPr>
              <a:defRPr/>
            </a:pPr>
            <a:fld id="{DDBD58F5-C3B3-45EB-82E3-9E3FE22C63C1}" type="slidenum">
              <a:rPr lang="fr-FR"/>
              <a:t>5</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46900930" name="Espace réservé de l'image des diapositives 1"/>
          <p:cNvSpPr>
            <a:spLocks noChangeAspect="1" noGrp="1" noRot="1"/>
          </p:cNvSpPr>
          <p:nvPr>
            <p:ph type="sldImg"/>
          </p:nvPr>
        </p:nvSpPr>
        <p:spPr bwMode="auto"/>
      </p:sp>
      <p:sp>
        <p:nvSpPr>
          <p:cNvPr id="1547442256" name="Espace réservé des notes 2"/>
          <p:cNvSpPr>
            <a:spLocks noGrp="1"/>
          </p:cNvSpPr>
          <p:nvPr>
            <p:ph type="body" idx="1"/>
          </p:nvPr>
        </p:nvSpPr>
        <p:spPr bwMode="auto"/>
        <p:txBody>
          <a:bodyPr/>
          <a:lstStyle/>
          <a:p>
            <a:pPr>
              <a:defRPr/>
            </a:pPr>
            <a:r>
              <a:rPr lang="fr-FR"/>
              <a:t>Une checklist visuelle des types de livrables attendus (rapport, vidéo, code, etc.) — pas les noms de fichiers exacts ni les formats précis, qui restent dans le sujet. Utilisez des icônes plutôt que du texte quand c'est possible.</a:t>
            </a:r>
            <a:endParaRPr/>
          </a:p>
        </p:txBody>
      </p:sp>
      <p:sp>
        <p:nvSpPr>
          <p:cNvPr id="1241235151" name="Espace réservé du numéro de diapositive 3"/>
          <p:cNvSpPr>
            <a:spLocks noGrp="1"/>
          </p:cNvSpPr>
          <p:nvPr>
            <p:ph type="sldNum" sz="quarter" idx="5"/>
          </p:nvPr>
        </p:nvSpPr>
        <p:spPr bwMode="auto"/>
        <p:txBody>
          <a:bodyPr/>
          <a:lstStyle/>
          <a:p>
            <a:pPr>
              <a:defRPr/>
            </a:pPr>
            <a:fld id="{DDBD58F5-C3B3-45EB-82E3-9E3FE22C63C1}" type="slidenum">
              <a:rPr lang="fr-FR"/>
              <a:t>6</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83022829" name="Espace réservé de l'image des diapositives 1"/>
          <p:cNvSpPr>
            <a:spLocks noChangeAspect="1" noGrp="1" noRot="1"/>
          </p:cNvSpPr>
          <p:nvPr>
            <p:ph type="sldImg"/>
          </p:nvPr>
        </p:nvSpPr>
        <p:spPr bwMode="auto"/>
      </p:sp>
      <p:sp>
        <p:nvSpPr>
          <p:cNvPr id="376479229" name="Espace réservé des notes 2"/>
          <p:cNvSpPr>
            <a:spLocks noGrp="1"/>
          </p:cNvSpPr>
          <p:nvPr>
            <p:ph type="body" idx="1"/>
          </p:nvPr>
        </p:nvSpPr>
        <p:spPr bwMode="auto"/>
        <p:txBody>
          <a:bodyPr/>
          <a:lstStyle/>
          <a:p>
            <a:pPr>
              <a:defRPr/>
            </a:pPr>
            <a:r>
              <a:rPr lang="fr-FR"/>
              <a:t>Montrez les deux grilles (locale et nationale) rapidement, comme un aperçu — "voici à quoi ça ressemble" — sans détailler chaque critère ou chaque point à l'oral. Le détail complet est dans le sujet ; l'objectif ici est la transparence, pas un cours de notation. Comptez 30 secondes maximum sur cette slide.</a:t>
            </a:r>
            <a:endParaRPr/>
          </a:p>
        </p:txBody>
      </p:sp>
      <p:sp>
        <p:nvSpPr>
          <p:cNvPr id="71491210" name="Espace réservé du numéro de diapositive 3"/>
          <p:cNvSpPr>
            <a:spLocks noGrp="1"/>
          </p:cNvSpPr>
          <p:nvPr>
            <p:ph type="sldNum" sz="quarter" idx="5"/>
          </p:nvPr>
        </p:nvSpPr>
        <p:spPr bwMode="auto"/>
        <p:txBody>
          <a:bodyPr/>
          <a:lstStyle/>
          <a:p>
            <a:pPr>
              <a:defRPr/>
            </a:pPr>
            <a:fld id="{DDBD58F5-C3B3-45EB-82E3-9E3FE22C63C1}" type="slidenum">
              <a:rPr lang="fr-FR"/>
              <a:t>7</a:t>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25483269" name="Espace réservé de l'image des diapositives 1"/>
          <p:cNvSpPr>
            <a:spLocks noChangeAspect="1" noGrp="1" noRot="1"/>
          </p:cNvSpPr>
          <p:nvPr>
            <p:ph type="sldImg"/>
          </p:nvPr>
        </p:nvSpPr>
        <p:spPr bwMode="auto"/>
      </p:sp>
      <p:sp>
        <p:nvSpPr>
          <p:cNvPr id="1747370556" name="Espace réservé des notes 2"/>
          <p:cNvSpPr>
            <a:spLocks noGrp="1"/>
          </p:cNvSpPr>
          <p:nvPr>
            <p:ph type="body" idx="1"/>
          </p:nvPr>
        </p:nvSpPr>
        <p:spPr bwMode="auto"/>
        <p:txBody>
          <a:bodyPr/>
          <a:lstStyle/>
          <a:p>
            <a:pPr>
              <a:defRPr/>
            </a:pPr>
            <a:r>
              <a:rPr lang="fr-FR"/>
              <a:t>Message de clôture motivant uniquement. N'ajoutez aucune information logistique ou administrative ici (elle est déjà dans le planning) — cette slide doit rester 100% énergie positive avant de lâcher les équipes en autonomie.</a:t>
            </a:r>
            <a:endParaRPr/>
          </a:p>
        </p:txBody>
      </p:sp>
      <p:sp>
        <p:nvSpPr>
          <p:cNvPr id="285851345" name="Espace réservé du numéro de diapositive 3"/>
          <p:cNvSpPr>
            <a:spLocks noGrp="1"/>
          </p:cNvSpPr>
          <p:nvPr>
            <p:ph type="sldNum" sz="quarter" idx="5"/>
          </p:nvPr>
        </p:nvSpPr>
        <p:spPr bwMode="auto"/>
        <p:txBody>
          <a:bodyPr/>
          <a:lstStyle/>
          <a:p>
            <a:pPr>
              <a:defRPr/>
            </a:pPr>
            <a:fld id="{DDBD58F5-C3B3-45EB-82E3-9E3FE22C63C1}" type="slidenum">
              <a:rPr lang="fr-FR"/>
              <a:t>8</a:t>
            </a:fld>
            <a:endParaRPr lang="fr-F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media1.sv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Diapositive de titre">
    <p:spTree>
      <p:nvGrpSpPr>
        <p:cNvPr id="1" name=""/>
        <p:cNvGrpSpPr/>
        <p:nvPr/>
      </p:nvGrpSpPr>
      <p:grpSpPr bwMode="auto">
        <a:xfrm>
          <a:off x="0" y="0"/>
          <a:ext cx="0" cy="0"/>
          <a:chOff x="0" y="0"/>
          <a:chExt cx="0" cy="0"/>
        </a:xfrm>
      </p:grpSpPr>
      <p:pic>
        <p:nvPicPr>
          <p:cNvPr id="1299992027" name="Image 7"/>
          <p:cNvPicPr>
            <a:picLocks noAdjustHandles="1" noChangeAspect="1" noChangeArrowheads="1" noChangeShapeType="1" noEditPoints="1" noGrp="1" noMove="1" noResize="1" noRot="1" noCrop="1"/>
          </p:cNvPicPr>
          <p:nvPr userDrawn="1"/>
        </p:nvPicPr>
        <p:blipFill rotWithShape="1">
          <a:blip r:embed="rId2">
            <a:alphaModFix amt="20000"/>
          </a:blip>
          <a:stretch/>
        </p:blipFill>
        <p:spPr bwMode="auto">
          <a:xfrm>
            <a:off x="-25400" y="-126999"/>
            <a:ext cx="12306299" cy="7061200"/>
          </a:xfrm>
          <a:prstGeom prst="rect">
            <a:avLst/>
          </a:prstGeom>
          <a:solidFill>
            <a:srgbClr val="261E48"/>
          </a:solidFill>
        </p:spPr>
      </p:pic>
      <p:sp>
        <p:nvSpPr>
          <p:cNvPr id="952807196" name="Titre 1"/>
          <p:cNvSpPr>
            <a:spLocks noAdjustHandles="1" noChangeArrowheads="1" noChangeShapeType="1" noEditPoints="1" noGrp="1" noMove="1" noResize="1" noRot="1"/>
          </p:cNvSpPr>
          <p:nvPr>
            <p:ph type="ctrTitle"/>
          </p:nvPr>
        </p:nvSpPr>
        <p:spPr bwMode="auto">
          <a:xfrm>
            <a:off x="1524000" y="1122363"/>
            <a:ext cx="9144000" cy="2387600"/>
          </a:xfrm>
        </p:spPr>
        <p:txBody>
          <a:bodyPr anchor="ctr">
            <a:normAutofit/>
          </a:bodyPr>
          <a:lstStyle>
            <a:lvl1pPr algn="l">
              <a:defRPr sz="5400">
                <a:solidFill>
                  <a:schemeClr val="bg1"/>
                </a:solidFill>
              </a:defRPr>
            </a:lvl1pPr>
          </a:lstStyle>
          <a:p>
            <a:pPr>
              <a:defRPr/>
            </a:pPr>
            <a:r>
              <a:rPr lang="fr-FR"/>
              <a:t>Modifiez le style du titre</a:t>
            </a:r>
            <a:endParaRPr lang="fr-FR"/>
          </a:p>
        </p:txBody>
      </p:sp>
      <p:sp>
        <p:nvSpPr>
          <p:cNvPr id="244210427" name="Sous-titre 2"/>
          <p:cNvSpPr>
            <a:spLocks noAdjustHandles="1" noChangeArrowheads="1" noChangeShapeType="1" noEditPoints="1" noGrp="1" noMove="1" noResize="1" noRot="1"/>
          </p:cNvSpPr>
          <p:nvPr>
            <p:ph type="subTitle" idx="1"/>
          </p:nvPr>
        </p:nvSpPr>
        <p:spPr bwMode="auto">
          <a:xfrm>
            <a:off x="1524000" y="3602038"/>
            <a:ext cx="9144000" cy="1655762"/>
          </a:xfrm>
        </p:spPr>
        <p:txBody>
          <a:bodyPr>
            <a:normAutofit/>
          </a:bodyPr>
          <a:lstStyle>
            <a:lvl1pPr marL="0" indent="0" algn="l">
              <a:buNone/>
              <a:defRPr sz="2000">
                <a:solidFill>
                  <a:schemeClr val="bg1"/>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728263924" name="Espace réservé de la date 3"/>
          <p:cNvSpPr>
            <a:spLocks noAdjustHandles="1" noChangeArrowheads="1" noChangeShapeType="1" noEditPoints="1" noGrp="1" noMove="1" noResize="1" noRot="1"/>
          </p:cNvSpPr>
          <p:nvPr>
            <p:ph type="dt" sz="half" idx="10"/>
          </p:nvPr>
        </p:nvSpPr>
        <p:spPr bwMode="auto"/>
        <p:txBody>
          <a:bodyPr/>
          <a:lstStyle/>
          <a:p>
            <a:pPr>
              <a:defRPr/>
            </a:pPr>
            <a:fld id="{670F8F5E-FAD9-4DF2-87EE-0E6439773DB4}" type="datetime1">
              <a:rPr lang="fr-FR"/>
              <a:t>15/10/2026</a:t>
            </a:fld>
            <a:endParaRPr lang="fr-FR"/>
          </a:p>
        </p:txBody>
      </p:sp>
      <p:sp>
        <p:nvSpPr>
          <p:cNvPr id="1495406352"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746926803"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12335179" name="AutoShape 3"/>
          <p:cNvSpPr>
            <a:spLocks noAdjustHandles="1" noChangeArrowheads="1" noChangeShapeType="1" noEditPoints="1" noGrp="1" noMove="1" noResize="1" noRot="1"/>
          </p:cNvSpPr>
          <p:nvPr userDrawn="1"/>
        </p:nvSpPr>
        <p:spPr bwMode="auto">
          <a:xfrm>
            <a:off x="1549400" y="4759525"/>
            <a:ext cx="1800000" cy="0"/>
          </a:xfrm>
          <a:prstGeom prst="line">
            <a:avLst/>
          </a:prstGeom>
          <a:ln w="3175" cap="flat">
            <a:solidFill>
              <a:srgbClr val="FFFFFF"/>
            </a:solidFill>
            <a:prstDash val="solid"/>
            <a:headEnd type="none" w="sm" len="sm"/>
            <a:tailEnd type="none" w="sm" len="sm"/>
          </a:ln>
        </p:spPr>
        <p:txBody>
          <a:bodyPr/>
          <a:lstStyle/>
          <a:p>
            <a:pPr>
              <a:defRPr/>
            </a:pPr>
            <a:endParaRPr lang="fr-FR"/>
          </a:p>
        </p:txBody>
      </p:sp>
      <p:sp>
        <p:nvSpPr>
          <p:cNvPr id="1530384774" name="Freeform 3"/>
          <p:cNvSpPr>
            <a:spLocks noAdjustHandles="1" noChangeArrowheads="1" noChangeShapeType="1" noEditPoints="1" noGrp="1" noMove="1" noResize="1" noRot="1"/>
          </p:cNvSpPr>
          <p:nvPr userDrawn="1"/>
        </p:nvSpPr>
        <p:spPr bwMode="auto">
          <a:xfrm>
            <a:off x="9238036" y="5169619"/>
            <a:ext cx="1437585" cy="824781"/>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3"/>
            <a:stretch/>
          </a:blipFill>
        </p:spPr>
        <p:txBody>
          <a:bodyPr/>
          <a:lstStyle/>
          <a:p>
            <a:pPr>
              <a:defRPr/>
            </a:pPr>
            <a:endParaRPr lang="fr-FR"/>
          </a:p>
        </p:txBody>
      </p:sp>
      <p:pic>
        <p:nvPicPr>
          <p:cNvPr id="1334449761" name="Graphique 16"/>
          <p:cNvPicPr>
            <a:picLocks noAdjustHandles="1" noChangeAspect="1" noChangeArrowheads="1" noChangeShapeType="1" noEditPoints="1" noGrp="1" noMove="1" noResize="1" noRot="1" noCrop="1"/>
          </p:cNvPicPr>
          <p:nvPr userDrawn="1"/>
        </p:nvPicPr>
        <p:blipFill rotWithShape="1">
          <a:blip r:embed="rId4">
            <a:extLst>
              <a:ext uri="{96DAC541-7B7A-43D3-8B79-37D633B846F1}">
                <asvg:svgBlip xmlns:asvg="http://schemas.microsoft.com/office/drawing/2016/SVG/main" r:embed="rId5"/>
              </a:ext>
            </a:extLst>
          </a:blip>
          <a:stretch/>
        </p:blipFill>
        <p:spPr bwMode="auto">
          <a:xfrm>
            <a:off x="5016000" y="5058995"/>
            <a:ext cx="2160000" cy="103304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re et contenu">
    <p:spTree>
      <p:nvGrpSpPr>
        <p:cNvPr id="1" name=""/>
        <p:cNvGrpSpPr/>
        <p:nvPr/>
      </p:nvGrpSpPr>
      <p:grpSpPr bwMode="auto">
        <a:xfrm>
          <a:off x="0" y="0"/>
          <a:ext cx="0" cy="0"/>
          <a:chOff x="0" y="0"/>
          <a:chExt cx="0" cy="0"/>
        </a:xfrm>
      </p:grpSpPr>
      <p:sp>
        <p:nvSpPr>
          <p:cNvPr id="1136170447"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1213395263" name="Espace réservé du contenu 2"/>
          <p:cNvSpPr>
            <a:spLocks noAdjustHandles="1" noChangeArrowheads="1" noChangeShapeType="1" noEditPoints="1" noGrp="1" noMove="1" noResize="1" noRot="1"/>
          </p:cNvSpPr>
          <p:nvPr>
            <p:ph idx="1"/>
          </p:nvPr>
        </p:nvSpPr>
        <p:spPr bwMode="auto">
          <a:xfrm>
            <a:off x="838200" y="1990725"/>
            <a:ext cx="10515600" cy="4220405"/>
          </a:xfrm>
        </p:spPr>
        <p:txBody>
          <a:bodyPr>
            <a:normAutofit/>
          </a:bodyPr>
          <a:lstStyle>
            <a:lvl1pPr>
              <a:buNone/>
              <a:defRPr sz="1400">
                <a:solidFill>
                  <a:srgbClr val="261E48"/>
                </a:solidFill>
                <a:latin typeface="Montserrat"/>
              </a:defRPr>
            </a:lvl1pPr>
          </a:lstStyle>
          <a:p>
            <a:pPr lvl="0">
              <a:defRPr/>
            </a:pPr>
            <a:endParaRPr lang="fr-FR"/>
          </a:p>
        </p:txBody>
      </p:sp>
      <p:sp>
        <p:nvSpPr>
          <p:cNvPr id="781323604" name="Espace réservé de la date 3"/>
          <p:cNvSpPr>
            <a:spLocks noAdjustHandles="1" noChangeArrowheads="1" noChangeShapeType="1" noEditPoints="1" noGrp="1" noMove="1" noResize="1" noRot="1"/>
          </p:cNvSpPr>
          <p:nvPr>
            <p:ph type="dt" sz="half" idx="10"/>
          </p:nvPr>
        </p:nvSpPr>
        <p:spPr bwMode="auto"/>
        <p:txBody>
          <a:bodyPr/>
          <a:lstStyle/>
          <a:p>
            <a:pPr>
              <a:defRPr/>
            </a:pPr>
            <a:fld id="{1F2C9E96-8C39-4749-8763-46921CE4FA8A}" type="datetime1">
              <a:rPr lang="fr-FR"/>
              <a:t>15/10/2026</a:t>
            </a:fld>
            <a:endParaRPr lang="fr-FR"/>
          </a:p>
        </p:txBody>
      </p:sp>
      <p:sp>
        <p:nvSpPr>
          <p:cNvPr id="360202813"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480961735"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310464925" name="Sous-titre 2"/>
          <p:cNvSpPr>
            <a:spLocks noAdjustHandles="1" noChangeArrowheads="1" noChangeShapeType="1" noEditPoints="1" noGrp="1" noMove="1" noResize="1" noRot="1"/>
          </p:cNvSpPr>
          <p:nvPr>
            <p:ph type="subTitle" idx="13"/>
          </p:nvPr>
        </p:nvSpPr>
        <p:spPr bwMode="auto">
          <a:xfrm>
            <a:off x="1285873" y="1263179"/>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907176043"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718964047" name="Graphique 8"/>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2_Titre et contenu">
    <p:spTree>
      <p:nvGrpSpPr>
        <p:cNvPr id="1" name=""/>
        <p:cNvGrpSpPr/>
        <p:nvPr/>
      </p:nvGrpSpPr>
      <p:grpSpPr bwMode="auto">
        <a:xfrm>
          <a:off x="0" y="0"/>
          <a:ext cx="0" cy="0"/>
          <a:chOff x="0" y="0"/>
          <a:chExt cx="0" cy="0"/>
        </a:xfrm>
      </p:grpSpPr>
      <p:sp>
        <p:nvSpPr>
          <p:cNvPr id="704034565"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1558309882" name="Sous-titre 2"/>
          <p:cNvSpPr>
            <a:spLocks noAdjustHandles="1" noChangeArrowheads="1" noChangeShapeType="1" noEditPoints="1" noGrp="1" noMove="1" noResize="1" noRot="1"/>
          </p:cNvSpPr>
          <p:nvPr>
            <p:ph type="subTitle" idx="13"/>
          </p:nvPr>
        </p:nvSpPr>
        <p:spPr bwMode="auto">
          <a:xfrm>
            <a:off x="1285873" y="1263180"/>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458632154" name="Espace réservé de la date 3"/>
          <p:cNvSpPr>
            <a:spLocks noAdjustHandles="1" noChangeArrowheads="1" noChangeShapeType="1" noEditPoints="1" noGrp="1" noMove="1" noResize="1" noRot="1"/>
          </p:cNvSpPr>
          <p:nvPr>
            <p:ph type="dt" sz="half" idx="10"/>
          </p:nvPr>
        </p:nvSpPr>
        <p:spPr bwMode="auto"/>
        <p:txBody>
          <a:bodyPr/>
          <a:lstStyle/>
          <a:p>
            <a:pPr>
              <a:defRPr/>
            </a:pPr>
            <a:fld id="{6CFB26CC-2725-45E6-B05C-349C0D3E0243}" type="datetime1">
              <a:rPr lang="fr-FR"/>
              <a:t>15/10/2026</a:t>
            </a:fld>
            <a:endParaRPr lang="fr-FR"/>
          </a:p>
        </p:txBody>
      </p:sp>
      <p:sp>
        <p:nvSpPr>
          <p:cNvPr id="156249906"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381271554"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2097740188" name="Rectangle : coins arrondis 17"/>
          <p:cNvSpPr>
            <a:spLocks noAdjustHandles="1" noChangeArrowheads="1" noChangeShapeType="1" noEditPoints="1" noGrp="1" noMove="1" noResize="1" noRot="1"/>
          </p:cNvSpPr>
          <p:nvPr userDrawn="1"/>
        </p:nvSpPr>
        <p:spPr bwMode="auto">
          <a:xfrm>
            <a:off x="8382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952026767" name="Espace réservé du contenu 2"/>
          <p:cNvSpPr>
            <a:spLocks noAdjustHandles="1" noChangeArrowheads="1" noChangeShapeType="1" noEditPoints="1" noGrp="1" noMove="1" noResize="1" noRot="1"/>
          </p:cNvSpPr>
          <p:nvPr>
            <p:ph idx="1"/>
          </p:nvPr>
        </p:nvSpPr>
        <p:spPr bwMode="auto">
          <a:xfrm>
            <a:off x="838200" y="2224360"/>
            <a:ext cx="4680000" cy="2968928"/>
          </a:xfrm>
        </p:spPr>
        <p:txBody>
          <a:bodyPr>
            <a:normAutofit/>
          </a:bodyPr>
          <a:lstStyle>
            <a:lvl1pPr>
              <a:buNone/>
              <a:defRPr sz="1400">
                <a:solidFill>
                  <a:srgbClr val="261E48"/>
                </a:solidFill>
                <a:latin typeface="Montserrat"/>
              </a:defRPr>
            </a:lvl1pPr>
          </a:lstStyle>
          <a:p>
            <a:pPr lvl="0">
              <a:defRPr/>
            </a:pPr>
            <a:endParaRPr lang="fr-FR"/>
          </a:p>
        </p:txBody>
      </p:sp>
      <p:sp>
        <p:nvSpPr>
          <p:cNvPr id="1599722759" name="Rectangle : coins arrondis 10"/>
          <p:cNvSpPr>
            <a:spLocks noAdjustHandles="1" noChangeArrowheads="1" noChangeShapeType="1" noEditPoints="1" noGrp="1" noMove="1" noResize="1" noRot="1"/>
          </p:cNvSpPr>
          <p:nvPr userDrawn="1"/>
        </p:nvSpPr>
        <p:spPr bwMode="auto">
          <a:xfrm>
            <a:off x="66738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994429441" name="Espace réservé du contenu 2"/>
          <p:cNvSpPr>
            <a:spLocks noAdjustHandles="1" noChangeArrowheads="1" noChangeShapeType="1" noEditPoints="1" noGrp="1" noMove="1" noResize="1" noRot="1"/>
          </p:cNvSpPr>
          <p:nvPr>
            <p:ph idx="14"/>
          </p:nvPr>
        </p:nvSpPr>
        <p:spPr bwMode="auto">
          <a:xfrm>
            <a:off x="6673800" y="2224360"/>
            <a:ext cx="4680000" cy="2968928"/>
          </a:xfrm>
        </p:spPr>
        <p:txBody>
          <a:bodyPr>
            <a:normAutofit/>
          </a:bodyPr>
          <a:lstStyle>
            <a:lvl1pPr>
              <a:buNone/>
              <a:defRPr sz="1400">
                <a:solidFill>
                  <a:srgbClr val="261E48"/>
                </a:solidFill>
                <a:latin typeface="Montserrat"/>
              </a:defRPr>
            </a:lvl1pPr>
          </a:lstStyle>
          <a:p>
            <a:pPr lvl="0">
              <a:defRPr/>
            </a:pPr>
            <a:endParaRPr lang="fr-FR"/>
          </a:p>
        </p:txBody>
      </p:sp>
      <p:cxnSp>
        <p:nvCxnSpPr>
          <p:cNvPr id="1084330547" name="Connecteur droit 16"/>
          <p:cNvCxnSpPr>
            <a:cxnSpLocks noAdjustHandles="1" noChangeArrowheads="1" noChangeShapeType="1" noEditPoints="1" noGrp="1" noMove="1" noResize="1" noRot="1"/>
          </p:cNvCxnSpPr>
          <p:nvPr userDrawn="1"/>
        </p:nvCxnSpPr>
        <p:spPr bwMode="auto">
          <a:xfrm>
            <a:off x="6096000" y="2438400"/>
            <a:ext cx="0" cy="2552700"/>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1285286101"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122973382" name="Graphique 27"/>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Titre et contenu">
    <p:spTree>
      <p:nvGrpSpPr>
        <p:cNvPr id="1" name=""/>
        <p:cNvGrpSpPr/>
        <p:nvPr/>
      </p:nvGrpSpPr>
      <p:grpSpPr bwMode="auto">
        <a:xfrm>
          <a:off x="0" y="0"/>
          <a:ext cx="0" cy="0"/>
          <a:chOff x="0" y="0"/>
          <a:chExt cx="0" cy="0"/>
        </a:xfrm>
      </p:grpSpPr>
      <p:sp>
        <p:nvSpPr>
          <p:cNvPr id="1338493418"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522887205" name="Espace réservé de la date 3"/>
          <p:cNvSpPr>
            <a:spLocks noAdjustHandles="1" noChangeArrowheads="1" noChangeShapeType="1" noEditPoints="1" noGrp="1" noMove="1" noResize="1" noRot="1"/>
          </p:cNvSpPr>
          <p:nvPr>
            <p:ph type="dt" sz="half" idx="10"/>
          </p:nvPr>
        </p:nvSpPr>
        <p:spPr bwMode="auto"/>
        <p:txBody>
          <a:bodyPr/>
          <a:lstStyle/>
          <a:p>
            <a:pPr>
              <a:defRPr/>
            </a:pPr>
            <a:fld id="{9372075B-535F-4F05-8E73-038CD02F05CC}" type="datetime1">
              <a:rPr lang="fr-FR"/>
              <a:t>15/10/2026</a:t>
            </a:fld>
            <a:endParaRPr lang="fr-FR"/>
          </a:p>
        </p:txBody>
      </p:sp>
      <p:sp>
        <p:nvSpPr>
          <p:cNvPr id="795254817"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2003237081"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698465055" name="Sous-titre 2"/>
          <p:cNvSpPr>
            <a:spLocks noAdjustHandles="1" noChangeArrowheads="1" noChangeShapeType="1" noEditPoints="1" noGrp="1" noMove="1" noResize="1" noRot="1"/>
          </p:cNvSpPr>
          <p:nvPr>
            <p:ph type="subTitle" idx="13"/>
          </p:nvPr>
        </p:nvSpPr>
        <p:spPr bwMode="auto">
          <a:xfrm>
            <a:off x="1285873" y="1263182"/>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699989756" name="Rectangle : coins arrondis 17"/>
          <p:cNvSpPr>
            <a:spLocks noAdjustHandles="1" noChangeArrowheads="1" noChangeShapeType="1" noEditPoints="1" noGrp="1" noMove="1" noResize="1" noRot="1"/>
          </p:cNvSpPr>
          <p:nvPr userDrawn="1"/>
        </p:nvSpPr>
        <p:spPr bwMode="auto">
          <a:xfrm>
            <a:off x="838201"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353423987" name="Espace réservé du contenu 2"/>
          <p:cNvSpPr>
            <a:spLocks noAdjustHandles="1" noChangeArrowheads="1" noChangeShapeType="1" noEditPoints="1" noGrp="1" noMove="1" noResize="1" noRot="1"/>
          </p:cNvSpPr>
          <p:nvPr>
            <p:ph idx="1"/>
          </p:nvPr>
        </p:nvSpPr>
        <p:spPr bwMode="auto">
          <a:xfrm>
            <a:off x="838201" y="2251030"/>
            <a:ext cx="3240000" cy="3153269"/>
          </a:xfrm>
        </p:spPr>
        <p:txBody>
          <a:bodyPr>
            <a:normAutofit/>
          </a:bodyPr>
          <a:lstStyle>
            <a:lvl1pPr>
              <a:buNone/>
              <a:defRPr sz="1400">
                <a:solidFill>
                  <a:srgbClr val="261E48"/>
                </a:solidFill>
                <a:latin typeface="Montserrat"/>
              </a:defRPr>
            </a:lvl1pPr>
          </a:lstStyle>
          <a:p>
            <a:pPr lvl="0">
              <a:defRPr/>
            </a:pPr>
            <a:endParaRPr lang="fr-FR"/>
          </a:p>
        </p:txBody>
      </p:sp>
      <p:sp>
        <p:nvSpPr>
          <p:cNvPr id="570139910" name="Rectangle : coins arrondis 15"/>
          <p:cNvSpPr>
            <a:spLocks noAdjustHandles="1" noChangeArrowheads="1" noChangeShapeType="1" noEditPoints="1" noGrp="1" noMove="1" noResize="1" noRot="1"/>
          </p:cNvSpPr>
          <p:nvPr userDrawn="1"/>
        </p:nvSpPr>
        <p:spPr bwMode="auto">
          <a:xfrm>
            <a:off x="4476000"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81097366" name="Espace réservé du contenu 2"/>
          <p:cNvSpPr>
            <a:spLocks noAdjustHandles="1" noChangeArrowheads="1" noChangeShapeType="1" noEditPoints="1" noGrp="1" noMove="1" noResize="1" noRot="1"/>
          </p:cNvSpPr>
          <p:nvPr>
            <p:ph idx="14"/>
          </p:nvPr>
        </p:nvSpPr>
        <p:spPr bwMode="auto">
          <a:xfrm>
            <a:off x="4476000" y="2251030"/>
            <a:ext cx="3240000" cy="3153269"/>
          </a:xfrm>
        </p:spPr>
        <p:txBody>
          <a:bodyPr>
            <a:normAutofit/>
          </a:bodyPr>
          <a:lstStyle>
            <a:lvl1pPr>
              <a:buNone/>
              <a:defRPr sz="1400">
                <a:solidFill>
                  <a:srgbClr val="261E48"/>
                </a:solidFill>
                <a:latin typeface="Montserrat"/>
              </a:defRPr>
            </a:lvl1pPr>
          </a:lstStyle>
          <a:p>
            <a:pPr lvl="0">
              <a:defRPr/>
            </a:pPr>
            <a:endParaRPr lang="fr-FR"/>
          </a:p>
        </p:txBody>
      </p:sp>
      <p:sp>
        <p:nvSpPr>
          <p:cNvPr id="1392580019" name="Rectangle : coins arrondis 12"/>
          <p:cNvSpPr>
            <a:spLocks noAdjustHandles="1" noChangeArrowheads="1" noChangeShapeType="1" noEditPoints="1" noGrp="1" noMove="1" noResize="1" noRot="1"/>
          </p:cNvSpPr>
          <p:nvPr userDrawn="1"/>
        </p:nvSpPr>
        <p:spPr bwMode="auto">
          <a:xfrm>
            <a:off x="8113799" y="2251030"/>
            <a:ext cx="3240000" cy="317498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663818901" name="Espace réservé du contenu 2"/>
          <p:cNvSpPr>
            <a:spLocks noAdjustHandles="1" noChangeArrowheads="1" noChangeShapeType="1" noEditPoints="1" noGrp="1" noMove="1" noResize="1" noRot="1"/>
          </p:cNvSpPr>
          <p:nvPr>
            <p:ph idx="15"/>
          </p:nvPr>
        </p:nvSpPr>
        <p:spPr bwMode="auto">
          <a:xfrm>
            <a:off x="8113799" y="2251031"/>
            <a:ext cx="3240000" cy="3153600"/>
          </a:xfrm>
        </p:spPr>
        <p:txBody>
          <a:bodyPr>
            <a:normAutofit/>
          </a:bodyPr>
          <a:lstStyle>
            <a:lvl1pPr>
              <a:buNone/>
              <a:defRPr sz="1400">
                <a:solidFill>
                  <a:srgbClr val="261E48"/>
                </a:solidFill>
                <a:latin typeface="Montserrat"/>
              </a:defRPr>
            </a:lvl1pPr>
          </a:lstStyle>
          <a:p>
            <a:pPr lvl="0">
              <a:defRPr/>
            </a:pPr>
            <a:endParaRPr lang="fr-FR"/>
          </a:p>
        </p:txBody>
      </p:sp>
      <p:sp>
        <p:nvSpPr>
          <p:cNvPr id="2050040873"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1083013277" name="Graphique 11"/>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3_Titre et contenu">
    <p:spTree>
      <p:nvGrpSpPr>
        <p:cNvPr id="1" name=""/>
        <p:cNvGrpSpPr/>
        <p:nvPr/>
      </p:nvGrpSpPr>
      <p:grpSpPr bwMode="auto">
        <a:xfrm>
          <a:off x="0" y="0"/>
          <a:ext cx="0" cy="0"/>
          <a:chOff x="0" y="0"/>
          <a:chExt cx="0" cy="0"/>
        </a:xfrm>
      </p:grpSpPr>
      <p:sp>
        <p:nvSpPr>
          <p:cNvPr id="805358727" name="Titre 1"/>
          <p:cNvSpPr>
            <a:spLocks noAdjustHandles="1" noChangeArrowheads="1" noChangeShapeType="1" noEditPoints="1" noGrp="1" noMove="1" noResize="1" noRot="1"/>
          </p:cNvSpPr>
          <p:nvPr>
            <p:ph type="title"/>
          </p:nvPr>
        </p:nvSpPr>
        <p:spPr bwMode="auto">
          <a:xfrm>
            <a:off x="838200" y="365125"/>
            <a:ext cx="10515600" cy="880969"/>
          </a:xfrm>
        </p:spPr>
        <p:txBody>
          <a:bodyPr/>
          <a:lstStyle/>
          <a:p>
            <a:pPr>
              <a:defRPr/>
            </a:pPr>
            <a:r>
              <a:rPr lang="fr-FR"/>
              <a:t>Modifiez le style du titre</a:t>
            </a:r>
            <a:endParaRPr lang="fr-FR"/>
          </a:p>
        </p:txBody>
      </p:sp>
      <p:sp>
        <p:nvSpPr>
          <p:cNvPr id="786074440" name="Espace réservé de la date 3"/>
          <p:cNvSpPr>
            <a:spLocks noAdjustHandles="1" noChangeArrowheads="1" noChangeShapeType="1" noEditPoints="1" noGrp="1" noMove="1" noResize="1" noRot="1"/>
          </p:cNvSpPr>
          <p:nvPr>
            <p:ph type="dt" sz="half" idx="10"/>
          </p:nvPr>
        </p:nvSpPr>
        <p:spPr bwMode="auto"/>
        <p:txBody>
          <a:bodyPr/>
          <a:lstStyle/>
          <a:p>
            <a:pPr>
              <a:defRPr/>
            </a:pPr>
            <a:fld id="{B77B16B1-2A42-412B-8D41-E75ECB4A4282}" type="datetime1">
              <a:rPr lang="fr-FR"/>
              <a:t>15/10/2026</a:t>
            </a:fld>
            <a:endParaRPr lang="fr-FR"/>
          </a:p>
        </p:txBody>
      </p:sp>
      <p:sp>
        <p:nvSpPr>
          <p:cNvPr id="901313078"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238569696"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884024112" name="Sous-titre 2"/>
          <p:cNvSpPr>
            <a:spLocks noAdjustHandles="1" noChangeArrowheads="1" noChangeShapeType="1" noEditPoints="1" noGrp="1" noMove="1" noResize="1" noRot="1"/>
          </p:cNvSpPr>
          <p:nvPr>
            <p:ph type="subTitle" idx="13"/>
          </p:nvPr>
        </p:nvSpPr>
        <p:spPr bwMode="auto">
          <a:xfrm>
            <a:off x="1285873" y="1254215"/>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535125614" name="Rectangle : coins arrondis 22"/>
          <p:cNvSpPr>
            <a:spLocks noAdjustHandles="1" noChangeArrowheads="1" noChangeShapeType="1" noEditPoints="1" noGrp="1" noMove="1" noResize="1" noRot="1"/>
          </p:cNvSpPr>
          <p:nvPr userDrawn="1"/>
        </p:nvSpPr>
        <p:spPr bwMode="auto">
          <a:xfrm>
            <a:off x="6673801"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657647621" name="Espace réservé du contenu 2"/>
          <p:cNvSpPr>
            <a:spLocks noAdjustHandles="1" noChangeArrowheads="1" noChangeShapeType="1" noEditPoints="1" noGrp="1" noMove="1" noResize="1" noRot="1"/>
          </p:cNvSpPr>
          <p:nvPr>
            <p:ph idx="14"/>
          </p:nvPr>
        </p:nvSpPr>
        <p:spPr bwMode="auto">
          <a:xfrm>
            <a:off x="6673800" y="2689412"/>
            <a:ext cx="4680000" cy="2503876"/>
          </a:xfrm>
        </p:spPr>
        <p:txBody>
          <a:bodyPr>
            <a:normAutofit/>
          </a:bodyPr>
          <a:lstStyle>
            <a:lvl1pPr>
              <a:buNone/>
              <a:defRPr sz="1400">
                <a:solidFill>
                  <a:srgbClr val="261E48"/>
                </a:solidFill>
                <a:latin typeface="Montserrat"/>
              </a:defRPr>
            </a:lvl1pPr>
          </a:lstStyle>
          <a:p>
            <a:pPr lvl="0">
              <a:defRPr/>
            </a:pPr>
            <a:endParaRPr lang="fr-FR"/>
          </a:p>
        </p:txBody>
      </p:sp>
      <p:cxnSp>
        <p:nvCxnSpPr>
          <p:cNvPr id="397090298" name="Connecteur droit 24"/>
          <p:cNvCxnSpPr>
            <a:cxnSpLocks noAdjustHandles="1" noChangeArrowheads="1" noChangeShapeType="1" noEditPoints="1" noGrp="1" noMove="1" noResize="1" noRot="1"/>
          </p:cNvCxnSpPr>
          <p:nvPr userDrawn="1"/>
        </p:nvCxnSpPr>
        <p:spPr bwMode="auto">
          <a:xfrm>
            <a:off x="6096000" y="2838254"/>
            <a:ext cx="0" cy="2152846"/>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1725351114" name="TextBox 19"/>
          <p:cNvSpPr txBox="1">
            <a:spLocks noAdjustHandles="1" noChangeArrowheads="1" noChangeShapeType="1" noEditPoints="1" noGrp="1" noMove="1" noResize="1" noRot="1"/>
          </p:cNvSpPr>
          <p:nvPr userDrawn="1"/>
        </p:nvSpPr>
        <p:spPr bwMode="auto">
          <a:xfrm>
            <a:off x="6833020" y="2096980"/>
            <a:ext cx="4520780" cy="313676"/>
          </a:xfrm>
          <a:prstGeom prst="rect">
            <a:avLst/>
          </a:prstGeom>
        </p:spPr>
        <p:txBody>
          <a:bodyPr wrap="square" lIns="0" tIns="0" rIns="0" bIns="0" rtlCol="0" anchor="t">
            <a:spAutoFit/>
          </a:bodyPr>
          <a:lstStyle/>
          <a:p>
            <a:pPr algn="l">
              <a:lnSpc>
                <a:spcPts val="2800"/>
              </a:lnSpc>
              <a:defRPr/>
            </a:pPr>
            <a:r>
              <a:rPr lang="en-US" sz="1400" b="1">
                <a:solidFill>
                  <a:srgbClr val="261E48"/>
                </a:solidFill>
                <a:latin typeface="Montserrat Bold"/>
                <a:ea typeface="Montserrat Bold"/>
                <a:cs typeface="Montserrat Bold"/>
              </a:rPr>
              <a:t>Titre</a:t>
            </a:r>
            <a:endParaRPr lang="en-US" sz="1400" b="1">
              <a:solidFill>
                <a:srgbClr val="261E48"/>
              </a:solidFill>
              <a:latin typeface="Montserrat Bold"/>
              <a:ea typeface="Montserrat Bold"/>
              <a:cs typeface="Montserrat Bold"/>
            </a:endParaRPr>
          </a:p>
        </p:txBody>
      </p:sp>
      <p:sp>
        <p:nvSpPr>
          <p:cNvPr id="313988820" name="Rectangle : coins arrondis 39"/>
          <p:cNvSpPr>
            <a:spLocks noAdjustHandles="1" noChangeArrowheads="1" noChangeShapeType="1" noEditPoints="1" noGrp="1" noMove="1" noResize="1" noRot="1"/>
          </p:cNvSpPr>
          <p:nvPr userDrawn="1"/>
        </p:nvSpPr>
        <p:spPr bwMode="auto">
          <a:xfrm>
            <a:off x="838202"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604857437" name="Espace réservé du contenu 2"/>
          <p:cNvSpPr>
            <a:spLocks noAdjustHandles="1" noChangeArrowheads="1" noChangeShapeType="1" noEditPoints="1" noGrp="1" noMove="1" noResize="1" noRot="1"/>
          </p:cNvSpPr>
          <p:nvPr>
            <p:ph idx="15"/>
          </p:nvPr>
        </p:nvSpPr>
        <p:spPr bwMode="auto">
          <a:xfrm>
            <a:off x="838201" y="2689412"/>
            <a:ext cx="4680000" cy="2503876"/>
          </a:xfrm>
        </p:spPr>
        <p:txBody>
          <a:bodyPr>
            <a:normAutofit/>
          </a:bodyPr>
          <a:lstStyle>
            <a:lvl1pPr>
              <a:buNone/>
              <a:defRPr sz="1400">
                <a:solidFill>
                  <a:srgbClr val="261E48"/>
                </a:solidFill>
                <a:latin typeface="Montserrat"/>
              </a:defRPr>
            </a:lvl1pPr>
          </a:lstStyle>
          <a:p>
            <a:pPr lvl="0">
              <a:defRPr/>
            </a:pPr>
            <a:endParaRPr lang="fr-FR"/>
          </a:p>
        </p:txBody>
      </p:sp>
      <p:sp>
        <p:nvSpPr>
          <p:cNvPr id="1904189582" name="TextBox 19"/>
          <p:cNvSpPr txBox="1">
            <a:spLocks noAdjustHandles="1" noChangeArrowheads="1" noChangeShapeType="1" noEditPoints="1" noGrp="1" noMove="1" noResize="1" noRot="1"/>
          </p:cNvSpPr>
          <p:nvPr userDrawn="1"/>
        </p:nvSpPr>
        <p:spPr bwMode="auto">
          <a:xfrm>
            <a:off x="997421" y="2096980"/>
            <a:ext cx="4520780" cy="313676"/>
          </a:xfrm>
          <a:prstGeom prst="rect">
            <a:avLst/>
          </a:prstGeom>
        </p:spPr>
        <p:txBody>
          <a:bodyPr wrap="square" lIns="0" tIns="0" rIns="0" bIns="0" rtlCol="0" anchor="t">
            <a:spAutoFit/>
          </a:bodyPr>
          <a:lstStyle/>
          <a:p>
            <a:pPr algn="l">
              <a:lnSpc>
                <a:spcPts val="2800"/>
              </a:lnSpc>
              <a:defRPr/>
            </a:pPr>
            <a:r>
              <a:rPr lang="en-US" sz="1400" b="1">
                <a:solidFill>
                  <a:srgbClr val="261E48"/>
                </a:solidFill>
                <a:latin typeface="Montserrat Bold"/>
                <a:ea typeface="Montserrat Bold"/>
                <a:cs typeface="Montserrat Bold"/>
              </a:rPr>
              <a:t>Titre</a:t>
            </a:r>
            <a:endParaRPr lang="en-US" sz="1400" b="1">
              <a:solidFill>
                <a:srgbClr val="261E48"/>
              </a:solidFill>
              <a:latin typeface="Montserrat Bold"/>
              <a:ea typeface="Montserrat Bold"/>
              <a:cs typeface="Montserrat Bold"/>
            </a:endParaRPr>
          </a:p>
        </p:txBody>
      </p:sp>
      <p:sp>
        <p:nvSpPr>
          <p:cNvPr id="1259985026"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48932370" name="Graphique 46"/>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6_Titre et contenu">
    <p:spTree>
      <p:nvGrpSpPr>
        <p:cNvPr id="1" name=""/>
        <p:cNvGrpSpPr/>
        <p:nvPr/>
      </p:nvGrpSpPr>
      <p:grpSpPr bwMode="auto">
        <a:xfrm>
          <a:off x="0" y="0"/>
          <a:ext cx="0" cy="0"/>
          <a:chOff x="0" y="0"/>
          <a:chExt cx="0" cy="0"/>
        </a:xfrm>
      </p:grpSpPr>
      <p:sp>
        <p:nvSpPr>
          <p:cNvPr id="82406497" name="Titre 1"/>
          <p:cNvSpPr>
            <a:spLocks noAdjustHandles="1" noChangeArrowheads="1" noChangeShapeType="1" noEditPoints="1" noGrp="1" noMove="1" noResize="1" noRot="1"/>
          </p:cNvSpPr>
          <p:nvPr>
            <p:ph type="title"/>
          </p:nvPr>
        </p:nvSpPr>
        <p:spPr bwMode="auto">
          <a:xfrm>
            <a:off x="838200" y="365125"/>
            <a:ext cx="10515600" cy="880969"/>
          </a:xfrm>
        </p:spPr>
        <p:txBody>
          <a:bodyPr/>
          <a:lstStyle/>
          <a:p>
            <a:pPr>
              <a:defRPr/>
            </a:pPr>
            <a:r>
              <a:rPr lang="fr-FR"/>
              <a:t>Modifiez le style du titre</a:t>
            </a:r>
            <a:endParaRPr lang="fr-FR"/>
          </a:p>
        </p:txBody>
      </p:sp>
      <p:sp>
        <p:nvSpPr>
          <p:cNvPr id="73219403" name="Espace réservé de la date 3"/>
          <p:cNvSpPr>
            <a:spLocks noAdjustHandles="1" noChangeArrowheads="1" noChangeShapeType="1" noEditPoints="1" noGrp="1" noMove="1" noResize="1" noRot="1"/>
          </p:cNvSpPr>
          <p:nvPr>
            <p:ph type="dt" sz="half" idx="10"/>
          </p:nvPr>
        </p:nvSpPr>
        <p:spPr bwMode="auto"/>
        <p:txBody>
          <a:bodyPr/>
          <a:lstStyle/>
          <a:p>
            <a:pPr>
              <a:defRPr/>
            </a:pPr>
            <a:fld id="{4C0ED622-32BC-44E2-86ED-F761501B369C}" type="datetime1">
              <a:rPr lang="fr-FR"/>
              <a:t>15/10/2026</a:t>
            </a:fld>
            <a:endParaRPr lang="fr-FR"/>
          </a:p>
        </p:txBody>
      </p:sp>
      <p:sp>
        <p:nvSpPr>
          <p:cNvPr id="1078578221"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1798469777"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330298603" name="Sous-titre 2"/>
          <p:cNvSpPr>
            <a:spLocks noAdjustHandles="1" noChangeArrowheads="1" noChangeShapeType="1" noEditPoints="1" noGrp="1" noMove="1" noResize="1" noRot="1"/>
          </p:cNvSpPr>
          <p:nvPr>
            <p:ph type="subTitle" idx="13"/>
          </p:nvPr>
        </p:nvSpPr>
        <p:spPr bwMode="auto">
          <a:xfrm>
            <a:off x="1285873" y="1254215"/>
            <a:ext cx="10067926"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913217236" name="Espace réservé du contenu 2"/>
          <p:cNvSpPr>
            <a:spLocks noAdjustHandles="1" noChangeArrowheads="1" noChangeShapeType="1" noEditPoints="1" noGrp="1" noMove="1" noResize="1" noRot="1"/>
          </p:cNvSpPr>
          <p:nvPr>
            <p:ph idx="15"/>
          </p:nvPr>
        </p:nvSpPr>
        <p:spPr bwMode="auto">
          <a:xfrm>
            <a:off x="838198" y="2133599"/>
            <a:ext cx="4680000" cy="3836699"/>
          </a:xfrm>
        </p:spPr>
        <p:txBody>
          <a:bodyPr>
            <a:normAutofit/>
          </a:bodyPr>
          <a:lstStyle>
            <a:lvl1pPr>
              <a:buNone/>
              <a:defRPr sz="1400">
                <a:solidFill>
                  <a:srgbClr val="261E48"/>
                </a:solidFill>
                <a:latin typeface="Montserrat"/>
              </a:defRPr>
            </a:lvl1pPr>
          </a:lstStyle>
          <a:p>
            <a:pPr lvl="0">
              <a:defRPr/>
            </a:pPr>
            <a:endParaRPr lang="fr-FR"/>
          </a:p>
        </p:txBody>
      </p:sp>
      <p:sp>
        <p:nvSpPr>
          <p:cNvPr id="1906474039" name="Espace réservé du contenu 2"/>
          <p:cNvSpPr>
            <a:spLocks noAdjustHandles="1" noChangeArrowheads="1" noChangeShapeType="1" noEditPoints="1" noGrp="1" noMove="1" noResize="1" noRot="1"/>
          </p:cNvSpPr>
          <p:nvPr>
            <p:ph idx="16"/>
          </p:nvPr>
        </p:nvSpPr>
        <p:spPr bwMode="auto">
          <a:xfrm>
            <a:off x="6673800" y="2133599"/>
            <a:ext cx="4680000" cy="3836699"/>
          </a:xfrm>
        </p:spPr>
        <p:txBody>
          <a:bodyPr>
            <a:normAutofit/>
          </a:bodyPr>
          <a:lstStyle>
            <a:lvl1pPr>
              <a:buNone/>
              <a:defRPr sz="1400">
                <a:solidFill>
                  <a:srgbClr val="261E48"/>
                </a:solidFill>
                <a:latin typeface="Montserrat"/>
              </a:defRPr>
            </a:lvl1pPr>
          </a:lstStyle>
          <a:p>
            <a:pPr lvl="0">
              <a:defRPr/>
            </a:pPr>
            <a:endParaRPr lang="fr-FR"/>
          </a:p>
        </p:txBody>
      </p:sp>
      <p:sp>
        <p:nvSpPr>
          <p:cNvPr id="1592551707"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1842067005" name="Graphique 11"/>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ison">
    <p:spTree>
      <p:nvGrpSpPr>
        <p:cNvPr id="1" name=""/>
        <p:cNvGrpSpPr/>
        <p:nvPr/>
      </p:nvGrpSpPr>
      <p:grpSpPr bwMode="auto">
        <a:xfrm>
          <a:off x="0" y="0"/>
          <a:ext cx="0" cy="0"/>
          <a:chOff x="0" y="0"/>
          <a:chExt cx="0" cy="0"/>
        </a:xfrm>
      </p:grpSpPr>
      <p:sp>
        <p:nvSpPr>
          <p:cNvPr id="27626701" name="Titre 1"/>
          <p:cNvSpPr>
            <a:spLocks noAdjustHandles="1" noChangeArrowheads="1" noChangeShapeType="1" noEditPoints="1" noGrp="1" noMove="1" noResize="1" noRot="1"/>
          </p:cNvSpPr>
          <p:nvPr>
            <p:ph type="title"/>
          </p:nvPr>
        </p:nvSpPr>
        <p:spPr bwMode="auto">
          <a:xfrm>
            <a:off x="839788" y="365125"/>
            <a:ext cx="10515600" cy="882000"/>
          </a:xfrm>
        </p:spPr>
        <p:txBody>
          <a:bodyPr/>
          <a:lstStyle/>
          <a:p>
            <a:pPr>
              <a:defRPr/>
            </a:pPr>
            <a:r>
              <a:rPr lang="fr-FR"/>
              <a:t>Modifiez le style du titre</a:t>
            </a:r>
            <a:endParaRPr lang="fr-FR"/>
          </a:p>
        </p:txBody>
      </p:sp>
      <p:sp>
        <p:nvSpPr>
          <p:cNvPr id="265318116" name="Espace réservé du texte 2"/>
          <p:cNvSpPr>
            <a:spLocks noAdjustHandles="1" noChangeArrowheads="1" noChangeShapeType="1" noEditPoints="1" noGrp="1" noMove="1" noResize="1" noRot="1"/>
          </p:cNvSpPr>
          <p:nvPr>
            <p:ph type="body" idx="1"/>
          </p:nvPr>
        </p:nvSpPr>
        <p:spPr bwMode="auto">
          <a:xfrm>
            <a:off x="839788" y="126878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2103471336" name="Espace réservé du contenu 3"/>
          <p:cNvSpPr>
            <a:spLocks noAdjustHandles="1" noChangeArrowheads="1" noChangeShapeType="1" noEditPoints="1" noGrp="1" noMove="1" noResize="1" noRot="1"/>
          </p:cNvSpPr>
          <p:nvPr>
            <p:ph sz="half" idx="2"/>
          </p:nvPr>
        </p:nvSpPr>
        <p:spPr bwMode="auto">
          <a:xfrm>
            <a:off x="839788" y="2128553"/>
            <a:ext cx="5157787" cy="3684588"/>
          </a:xfrm>
        </p:spPr>
        <p:txBody>
          <a:bodyPr/>
          <a:lstStyle>
            <a:lvl1pPr>
              <a:defRPr>
                <a:latin typeface="Montserrat"/>
              </a:defRPr>
            </a:lvl1pPr>
            <a:lvl2pPr>
              <a:defRPr>
                <a:latin typeface="Montserrat"/>
              </a:defRPr>
            </a:lvl2pPr>
            <a:lvl3pPr>
              <a:defRPr>
                <a:latin typeface="Montserrat"/>
              </a:defRPr>
            </a:lvl3pPr>
            <a:lvl4pPr>
              <a:defRPr>
                <a:latin typeface="Montserrat"/>
              </a:defRPr>
            </a:lvl4pPr>
            <a:lvl5pPr>
              <a:defRPr>
                <a:latin typeface="Montserrat"/>
              </a:defRPr>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1034257997" name="Espace réservé du texte 4"/>
          <p:cNvSpPr>
            <a:spLocks noAdjustHandles="1" noChangeArrowheads="1" noChangeShapeType="1" noEditPoints="1" noGrp="1" noMove="1" noResize="1" noRot="1"/>
          </p:cNvSpPr>
          <p:nvPr>
            <p:ph type="body" sz="quarter" idx="3"/>
          </p:nvPr>
        </p:nvSpPr>
        <p:spPr bwMode="auto">
          <a:xfrm>
            <a:off x="6172200" y="126878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1315633413" name="Espace réservé du contenu 5"/>
          <p:cNvSpPr>
            <a:spLocks noAdjustHandles="1" noChangeArrowheads="1" noChangeShapeType="1" noEditPoints="1" noGrp="1" noMove="1" noResize="1" noRot="1"/>
          </p:cNvSpPr>
          <p:nvPr>
            <p:ph sz="quarter" idx="4"/>
          </p:nvPr>
        </p:nvSpPr>
        <p:spPr bwMode="auto">
          <a:xfrm>
            <a:off x="6172200" y="2128553"/>
            <a:ext cx="5183188" cy="3684588"/>
          </a:xfrm>
        </p:spPr>
        <p:txBody>
          <a:bodyPr/>
          <a:lstStyle>
            <a:lvl1pPr>
              <a:defRPr>
                <a:latin typeface="Montserrat"/>
              </a:defRPr>
            </a:lvl1pPr>
            <a:lvl2pPr>
              <a:defRPr>
                <a:latin typeface="Montserrat"/>
              </a:defRPr>
            </a:lvl2pPr>
            <a:lvl3pPr>
              <a:defRPr>
                <a:latin typeface="Montserrat"/>
              </a:defRPr>
            </a:lvl3pPr>
            <a:lvl4pPr>
              <a:defRPr>
                <a:latin typeface="Montserrat"/>
              </a:defRPr>
            </a:lvl4pPr>
            <a:lvl5pPr>
              <a:defRPr>
                <a:latin typeface="Montserrat"/>
              </a:defRPr>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1774812005" name="Espace réservé de la date 6"/>
          <p:cNvSpPr>
            <a:spLocks noAdjustHandles="1" noChangeArrowheads="1" noChangeShapeType="1" noEditPoints="1" noGrp="1" noMove="1" noResize="1" noRot="1"/>
          </p:cNvSpPr>
          <p:nvPr>
            <p:ph type="dt" sz="half" idx="10"/>
          </p:nvPr>
        </p:nvSpPr>
        <p:spPr bwMode="auto"/>
        <p:txBody>
          <a:bodyPr/>
          <a:lstStyle/>
          <a:p>
            <a:pPr>
              <a:defRPr/>
            </a:pPr>
            <a:fld id="{5D8A63D6-5519-481F-83D6-82004FF8A44A}" type="datetime1">
              <a:rPr lang="fr-FR"/>
              <a:t>15/10/2026</a:t>
            </a:fld>
            <a:endParaRPr lang="fr-FR"/>
          </a:p>
        </p:txBody>
      </p:sp>
      <p:sp>
        <p:nvSpPr>
          <p:cNvPr id="856617948" name="Espace réservé du pied de page 7"/>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623287259" name="Espace réservé du numéro de diapositive 8"/>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980110500"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1135345322" name="Graphique 13"/>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re seul">
    <p:spTree>
      <p:nvGrpSpPr>
        <p:cNvPr id="1" name=""/>
        <p:cNvGrpSpPr/>
        <p:nvPr/>
      </p:nvGrpSpPr>
      <p:grpSpPr bwMode="auto">
        <a:xfrm>
          <a:off x="0" y="0"/>
          <a:ext cx="0" cy="0"/>
          <a:chOff x="0" y="0"/>
          <a:chExt cx="0" cy="0"/>
        </a:xfrm>
      </p:grpSpPr>
      <p:sp>
        <p:nvSpPr>
          <p:cNvPr id="875068441"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1140513398" name="Espace réservé de la date 2"/>
          <p:cNvSpPr>
            <a:spLocks noAdjustHandles="1" noChangeArrowheads="1" noChangeShapeType="1" noEditPoints="1" noGrp="1" noMove="1" noResize="1" noRot="1"/>
          </p:cNvSpPr>
          <p:nvPr>
            <p:ph type="dt" sz="half" idx="10"/>
          </p:nvPr>
        </p:nvSpPr>
        <p:spPr bwMode="auto"/>
        <p:txBody>
          <a:bodyPr/>
          <a:lstStyle/>
          <a:p>
            <a:pPr>
              <a:defRPr/>
            </a:pPr>
            <a:fld id="{788D326E-31FC-4603-9A96-08168D8CEDB1}" type="datetime1">
              <a:rPr lang="fr-FR"/>
              <a:t>15/10/2026</a:t>
            </a:fld>
            <a:endParaRPr lang="fr-FR"/>
          </a:p>
        </p:txBody>
      </p:sp>
      <p:sp>
        <p:nvSpPr>
          <p:cNvPr id="639653528" name="Espace réservé du pied de page 3"/>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788467676" name="Espace réservé du numéro de diapositive 4"/>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1687892226"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038968291" name="Graphique 9"/>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
        <p:nvSpPr>
          <p:cNvPr id="1868150400" name="Espace réservé du contenu 2"/>
          <p:cNvSpPr>
            <a:spLocks noAdjustHandles="1" noChangeArrowheads="1" noChangeShapeType="1" noEditPoints="1" noGrp="1" noMove="1" noResize="1" noRot="1"/>
          </p:cNvSpPr>
          <p:nvPr>
            <p:ph idx="1"/>
          </p:nvPr>
        </p:nvSpPr>
        <p:spPr bwMode="auto">
          <a:xfrm>
            <a:off x="838200" y="1381119"/>
            <a:ext cx="10515600" cy="4220405"/>
          </a:xfrm>
        </p:spPr>
        <p:txBody>
          <a:bodyPr>
            <a:normAutofit/>
          </a:bodyPr>
          <a:lstStyle>
            <a:lvl1pPr>
              <a:buNone/>
              <a:defRPr sz="1400">
                <a:solidFill>
                  <a:srgbClr val="261E48"/>
                </a:solidFill>
                <a:latin typeface="Montserrat"/>
              </a:defRPr>
            </a:lvl1pPr>
          </a:lstStyle>
          <a:p>
            <a:pPr lvl="0">
              <a:defRPr/>
            </a:pPr>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Planning">
    <p:spTree>
      <p:nvGrpSpPr>
        <p:cNvPr id="1" name=""/>
        <p:cNvGrpSpPr/>
        <p:nvPr/>
      </p:nvGrpSpPr>
      <p:grpSpPr bwMode="auto">
        <a:xfrm>
          <a:off x="0" y="0"/>
          <a:ext cx="0" cy="0"/>
          <a:chOff x="0" y="0"/>
          <a:chExt cx="0" cy="0"/>
        </a:xfrm>
      </p:grpSpPr>
      <p:sp>
        <p:nvSpPr>
          <p:cNvPr id="662792116"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843043720" name="Rectangle : coins arrondis 46"/>
          <p:cNvSpPr>
            <a:spLocks noAdjustHandles="1" noChangeArrowheads="1" noChangeShapeType="1" noEditPoints="1" noGrp="1" noMove="1" noResize="1" noRot="1"/>
          </p:cNvSpPr>
          <p:nvPr userDrawn="1"/>
        </p:nvSpPr>
        <p:spPr bwMode="auto">
          <a:xfrm>
            <a:off x="838200" y="1798534"/>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Lundi</a:t>
            </a:r>
            <a:endParaRPr lang="fr-FR">
              <a:latin typeface="Montserrat"/>
            </a:endParaRPr>
          </a:p>
        </p:txBody>
      </p:sp>
      <p:sp>
        <p:nvSpPr>
          <p:cNvPr id="1066346003" name="Espace réservé de la date 3"/>
          <p:cNvSpPr>
            <a:spLocks noAdjustHandles="1" noChangeArrowheads="1" noChangeShapeType="1" noEditPoints="1" noGrp="1" noMove="1" noResize="1" noRot="1"/>
          </p:cNvSpPr>
          <p:nvPr>
            <p:ph type="dt" sz="half" idx="10"/>
          </p:nvPr>
        </p:nvSpPr>
        <p:spPr bwMode="auto"/>
        <p:txBody>
          <a:bodyPr/>
          <a:lstStyle/>
          <a:p>
            <a:pPr>
              <a:defRPr/>
            </a:pPr>
            <a:fld id="{99C81A82-B47E-4747-9997-636BAF5B294E}" type="datetime1">
              <a:rPr lang="fr-FR"/>
              <a:t>15/10/2026</a:t>
            </a:fld>
            <a:endParaRPr lang="fr-FR"/>
          </a:p>
        </p:txBody>
      </p:sp>
      <p:sp>
        <p:nvSpPr>
          <p:cNvPr id="1599561527"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1701286298"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172860889" name="Rectangle : coins arrondis 17"/>
          <p:cNvSpPr>
            <a:spLocks noAdjustHandles="1" noChangeArrowheads="1" noChangeShapeType="1" noEditPoints="1" noGrp="1" noMove="1" noResize="1" noRot="1"/>
          </p:cNvSpPr>
          <p:nvPr userDrawn="1"/>
        </p:nvSpPr>
        <p:spPr bwMode="auto">
          <a:xfrm>
            <a:off x="870341"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943190808" name="Espace réservé du contenu 2"/>
          <p:cNvSpPr>
            <a:spLocks noAdjustHandles="1" noChangeArrowheads="1" noChangeShapeType="1" noEditPoints="1" noGrp="1" noMove="1" noResize="1" noRot="1"/>
          </p:cNvSpPr>
          <p:nvPr>
            <p:ph idx="1"/>
          </p:nvPr>
        </p:nvSpPr>
        <p:spPr bwMode="auto">
          <a:xfrm>
            <a:off x="870341" y="212022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701949836"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070340597" name="Graphique 11"/>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
        <p:nvSpPr>
          <p:cNvPr id="788882913" name="Rectangle : coins arrondis 35"/>
          <p:cNvSpPr>
            <a:spLocks noAdjustHandles="1" noChangeArrowheads="1" noChangeShapeType="1" noEditPoints="1" noGrp="1" noMove="1" noResize="1" noRot="1"/>
          </p:cNvSpPr>
          <p:nvPr userDrawn="1"/>
        </p:nvSpPr>
        <p:spPr bwMode="auto">
          <a:xfrm>
            <a:off x="870341"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20996682" name="Espace réservé du contenu 2"/>
          <p:cNvSpPr>
            <a:spLocks noAdjustHandles="1" noChangeArrowheads="1" noChangeShapeType="1" noEditPoints="1" noGrp="1" noMove="1" noResize="1" noRot="1"/>
          </p:cNvSpPr>
          <p:nvPr>
            <p:ph idx="18"/>
          </p:nvPr>
        </p:nvSpPr>
        <p:spPr bwMode="auto">
          <a:xfrm>
            <a:off x="870341" y="363559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53383497" name="Rectangle : coins arrondis 47"/>
          <p:cNvSpPr>
            <a:spLocks noAdjustHandles="1" noChangeArrowheads="1" noChangeShapeType="1" noEditPoints="1" noGrp="1" noMove="1" noResize="1" noRot="1"/>
          </p:cNvSpPr>
          <p:nvPr userDrawn="1"/>
        </p:nvSpPr>
        <p:spPr bwMode="auto">
          <a:xfrm>
            <a:off x="2979173" y="1798534"/>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Mardi</a:t>
            </a:r>
            <a:endParaRPr lang="fr-FR">
              <a:latin typeface="Montserrat"/>
            </a:endParaRPr>
          </a:p>
        </p:txBody>
      </p:sp>
      <p:sp>
        <p:nvSpPr>
          <p:cNvPr id="1678271205" name="Rectangle : coins arrondis 48"/>
          <p:cNvSpPr>
            <a:spLocks noAdjustHandles="1" noChangeArrowheads="1" noChangeShapeType="1" noEditPoints="1" noGrp="1" noMove="1" noResize="1" noRot="1"/>
          </p:cNvSpPr>
          <p:nvPr userDrawn="1"/>
        </p:nvSpPr>
        <p:spPr bwMode="auto">
          <a:xfrm>
            <a:off x="3011314"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635067582" name="Espace réservé du contenu 2"/>
          <p:cNvSpPr>
            <a:spLocks noAdjustHandles="1" noChangeArrowheads="1" noChangeShapeType="1" noEditPoints="1" noGrp="1" noMove="1" noResize="1" noRot="1"/>
          </p:cNvSpPr>
          <p:nvPr>
            <p:ph idx="19"/>
          </p:nvPr>
        </p:nvSpPr>
        <p:spPr bwMode="auto">
          <a:xfrm>
            <a:off x="3011314" y="212022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346198549" name="Rectangle : coins arrondis 50"/>
          <p:cNvSpPr>
            <a:spLocks noAdjustHandles="1" noChangeArrowheads="1" noChangeShapeType="1" noEditPoints="1" noGrp="1" noMove="1" noResize="1" noRot="1"/>
          </p:cNvSpPr>
          <p:nvPr userDrawn="1"/>
        </p:nvSpPr>
        <p:spPr bwMode="auto">
          <a:xfrm>
            <a:off x="3011314"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93766376" name="Espace réservé du contenu 2"/>
          <p:cNvSpPr>
            <a:spLocks noAdjustHandles="1" noChangeArrowheads="1" noChangeShapeType="1" noEditPoints="1" noGrp="1" noMove="1" noResize="1" noRot="1"/>
          </p:cNvSpPr>
          <p:nvPr>
            <p:ph idx="20"/>
          </p:nvPr>
        </p:nvSpPr>
        <p:spPr bwMode="auto">
          <a:xfrm>
            <a:off x="3011314" y="363559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393716686" name="Rectangle : coins arrondis 52"/>
          <p:cNvSpPr>
            <a:spLocks noAdjustHandles="1" noChangeArrowheads="1" noChangeShapeType="1" noEditPoints="1" noGrp="1" noMove="1" noResize="1" noRot="1"/>
          </p:cNvSpPr>
          <p:nvPr userDrawn="1"/>
        </p:nvSpPr>
        <p:spPr bwMode="auto">
          <a:xfrm>
            <a:off x="5096754" y="1798534"/>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Mercredi</a:t>
            </a:r>
            <a:endParaRPr lang="fr-FR">
              <a:latin typeface="Montserrat"/>
            </a:endParaRPr>
          </a:p>
        </p:txBody>
      </p:sp>
      <p:sp>
        <p:nvSpPr>
          <p:cNvPr id="949758621" name="Rectangle : coins arrondis 53"/>
          <p:cNvSpPr>
            <a:spLocks noAdjustHandles="1" noChangeArrowheads="1" noChangeShapeType="1" noEditPoints="1" noGrp="1" noMove="1" noResize="1" noRot="1"/>
          </p:cNvSpPr>
          <p:nvPr userDrawn="1"/>
        </p:nvSpPr>
        <p:spPr bwMode="auto">
          <a:xfrm>
            <a:off x="5128895"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344679918" name="Espace réservé du contenu 2"/>
          <p:cNvSpPr>
            <a:spLocks noAdjustHandles="1" noChangeArrowheads="1" noChangeShapeType="1" noEditPoints="1" noGrp="1" noMove="1" noResize="1" noRot="1"/>
          </p:cNvSpPr>
          <p:nvPr>
            <p:ph idx="21"/>
          </p:nvPr>
        </p:nvSpPr>
        <p:spPr bwMode="auto">
          <a:xfrm>
            <a:off x="5128895" y="212022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670579561" name="Rectangle : coins arrondis 55"/>
          <p:cNvSpPr>
            <a:spLocks noAdjustHandles="1" noChangeArrowheads="1" noChangeShapeType="1" noEditPoints="1" noGrp="1" noMove="1" noResize="1" noRot="1"/>
          </p:cNvSpPr>
          <p:nvPr userDrawn="1"/>
        </p:nvSpPr>
        <p:spPr bwMode="auto">
          <a:xfrm>
            <a:off x="5128895"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530072852" name="Espace réservé du contenu 2"/>
          <p:cNvSpPr>
            <a:spLocks noAdjustHandles="1" noChangeArrowheads="1" noChangeShapeType="1" noEditPoints="1" noGrp="1" noMove="1" noResize="1" noRot="1"/>
          </p:cNvSpPr>
          <p:nvPr>
            <p:ph idx="22"/>
          </p:nvPr>
        </p:nvSpPr>
        <p:spPr bwMode="auto">
          <a:xfrm>
            <a:off x="5128895" y="363559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932470813" name="Rectangle : coins arrondis 57"/>
          <p:cNvSpPr>
            <a:spLocks noAdjustHandles="1" noChangeArrowheads="1" noChangeShapeType="1" noEditPoints="1" noGrp="1" noMove="1" noResize="1" noRot="1"/>
          </p:cNvSpPr>
          <p:nvPr userDrawn="1"/>
        </p:nvSpPr>
        <p:spPr bwMode="auto">
          <a:xfrm>
            <a:off x="7232827" y="1784790"/>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Jeudi</a:t>
            </a:r>
            <a:endParaRPr lang="fr-FR">
              <a:latin typeface="Montserrat"/>
            </a:endParaRPr>
          </a:p>
        </p:txBody>
      </p:sp>
      <p:sp>
        <p:nvSpPr>
          <p:cNvPr id="1082202638" name="Rectangle : coins arrondis 58"/>
          <p:cNvSpPr>
            <a:spLocks noAdjustHandles="1" noChangeArrowheads="1" noChangeShapeType="1" noEditPoints="1" noGrp="1" noMove="1" noResize="1" noRot="1"/>
          </p:cNvSpPr>
          <p:nvPr userDrawn="1"/>
        </p:nvSpPr>
        <p:spPr bwMode="auto">
          <a:xfrm>
            <a:off x="7264968" y="210853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9617561" name="Espace réservé du contenu 2"/>
          <p:cNvSpPr>
            <a:spLocks noAdjustHandles="1" noChangeArrowheads="1" noChangeShapeType="1" noEditPoints="1" noGrp="1" noMove="1" noResize="1" noRot="1"/>
          </p:cNvSpPr>
          <p:nvPr>
            <p:ph idx="23"/>
          </p:nvPr>
        </p:nvSpPr>
        <p:spPr bwMode="auto">
          <a:xfrm>
            <a:off x="7264968" y="2106479"/>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242799117" name="Rectangle : coins arrondis 60"/>
          <p:cNvSpPr>
            <a:spLocks noAdjustHandles="1" noChangeArrowheads="1" noChangeShapeType="1" noEditPoints="1" noGrp="1" noMove="1" noResize="1" noRot="1"/>
          </p:cNvSpPr>
          <p:nvPr userDrawn="1"/>
        </p:nvSpPr>
        <p:spPr bwMode="auto">
          <a:xfrm>
            <a:off x="7264968" y="362390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843909729" name="Espace réservé du contenu 2"/>
          <p:cNvSpPr>
            <a:spLocks noAdjustHandles="1" noChangeArrowheads="1" noChangeShapeType="1" noEditPoints="1" noGrp="1" noMove="1" noResize="1" noRot="1"/>
          </p:cNvSpPr>
          <p:nvPr>
            <p:ph idx="24"/>
          </p:nvPr>
        </p:nvSpPr>
        <p:spPr bwMode="auto">
          <a:xfrm>
            <a:off x="7264968" y="3621849"/>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622510164" name="Rectangle : coins arrondis 62"/>
          <p:cNvSpPr>
            <a:spLocks noAdjustHandles="1" noChangeArrowheads="1" noChangeShapeType="1" noEditPoints="1" noGrp="1" noMove="1" noResize="1" noRot="1"/>
          </p:cNvSpPr>
          <p:nvPr userDrawn="1"/>
        </p:nvSpPr>
        <p:spPr bwMode="auto">
          <a:xfrm>
            <a:off x="9373800" y="1782902"/>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Vendredi</a:t>
            </a:r>
            <a:endParaRPr lang="fr-FR">
              <a:latin typeface="Montserrat"/>
            </a:endParaRPr>
          </a:p>
        </p:txBody>
      </p:sp>
      <p:sp>
        <p:nvSpPr>
          <p:cNvPr id="594582001" name="Rectangle : coins arrondis 63"/>
          <p:cNvSpPr>
            <a:spLocks noAdjustHandles="1" noChangeArrowheads="1" noChangeShapeType="1" noEditPoints="1" noGrp="1" noMove="1" noResize="1" noRot="1"/>
          </p:cNvSpPr>
          <p:nvPr userDrawn="1"/>
        </p:nvSpPr>
        <p:spPr bwMode="auto">
          <a:xfrm>
            <a:off x="9405941" y="210664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23766133" name="Espace réservé du contenu 2"/>
          <p:cNvSpPr>
            <a:spLocks noAdjustHandles="1" noChangeArrowheads="1" noChangeShapeType="1" noEditPoints="1" noGrp="1" noMove="1" noResize="1" noRot="1"/>
          </p:cNvSpPr>
          <p:nvPr>
            <p:ph idx="25"/>
          </p:nvPr>
        </p:nvSpPr>
        <p:spPr bwMode="auto">
          <a:xfrm>
            <a:off x="9405941" y="2104590"/>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931631957" name="Rectangle : coins arrondis 65"/>
          <p:cNvSpPr>
            <a:spLocks noAdjustHandles="1" noChangeArrowheads="1" noChangeShapeType="1" noEditPoints="1" noGrp="1" noMove="1" noResize="1" noRot="1"/>
          </p:cNvSpPr>
          <p:nvPr userDrawn="1"/>
        </p:nvSpPr>
        <p:spPr bwMode="auto">
          <a:xfrm>
            <a:off x="9405941" y="362201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806673091" name="Espace réservé du contenu 2"/>
          <p:cNvSpPr>
            <a:spLocks noAdjustHandles="1" noChangeArrowheads="1" noChangeShapeType="1" noEditPoints="1" noGrp="1" noMove="1" noResize="1" noRot="1"/>
          </p:cNvSpPr>
          <p:nvPr>
            <p:ph idx="26"/>
          </p:nvPr>
        </p:nvSpPr>
        <p:spPr bwMode="auto">
          <a:xfrm>
            <a:off x="9405941" y="3619960"/>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424962449" name="Rectangle : coins arrondis 74"/>
          <p:cNvSpPr>
            <a:spLocks noAdjustHandles="1" noChangeArrowheads="1" noChangeShapeType="1" noEditPoints="1" noGrp="1" noMove="1" noResize="1" noRot="1"/>
          </p:cNvSpPr>
          <p:nvPr userDrawn="1"/>
        </p:nvSpPr>
        <p:spPr bwMode="auto">
          <a:xfrm>
            <a:off x="838200" y="5280499"/>
            <a:ext cx="7772400" cy="900000"/>
          </a:xfrm>
          <a:prstGeom prst="roundRect">
            <a:avLst>
              <a:gd name="adj" fmla="val 8457"/>
            </a:avLst>
          </a:prstGeom>
          <a:solidFill>
            <a:srgbClr val="A1A6D4"/>
          </a:solidFill>
          <a:ln w="28575">
            <a:solidFill>
              <a:srgbClr val="261E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680814030" name="Espace réservé du texte 76"/>
          <p:cNvSpPr>
            <a:spLocks noAdjustHandles="1" noChangeArrowheads="1" noChangeShapeType="1" noEditPoints="1" noGrp="1" noMove="1" noResize="1" noRot="1"/>
          </p:cNvSpPr>
          <p:nvPr>
            <p:ph type="body" sz="quarter" idx="27"/>
          </p:nvPr>
        </p:nvSpPr>
        <p:spPr bwMode="auto">
          <a:xfrm>
            <a:off x="838198" y="5294243"/>
            <a:ext cx="7772401" cy="882000"/>
          </a:xfrm>
        </p:spPr>
        <p:txBody>
          <a:bodyPr/>
          <a:lstStyle>
            <a:lvl1pPr>
              <a:defRPr>
                <a:solidFill>
                  <a:schemeClr val="bg1"/>
                </a:solidFill>
              </a:defRPr>
            </a:lvl1pPr>
          </a:lstStyle>
          <a:p>
            <a:pPr lvl="0">
              <a:defRPr/>
            </a:pPr>
            <a:r>
              <a:rPr lang="fr-FR"/>
              <a:t>Cliquez pour modifier les styles du texte du masque</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E4E6F3"/>
        </a:solidFill>
      </p:bgPr>
    </p:bg>
    <p:spTree>
      <p:nvGrpSpPr>
        <p:cNvPr id="1" name=""/>
        <p:cNvGrpSpPr/>
        <p:nvPr/>
      </p:nvGrpSpPr>
      <p:grpSpPr bwMode="auto">
        <a:xfrm>
          <a:off x="0" y="0"/>
          <a:ext cx="0" cy="0"/>
          <a:chOff x="0" y="0"/>
          <a:chExt cx="0" cy="0"/>
        </a:xfrm>
      </p:grpSpPr>
      <p:sp>
        <p:nvSpPr>
          <p:cNvPr id="724378179" name="Espace réservé du titre 1"/>
          <p:cNvSpPr>
            <a:spLocks noAdjustHandles="1" noChangeArrowheads="1" noChangeShapeType="1" noEditPoints="1" noGrp="1" noMove="1" noResize="1" noRot="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93068869" name="Espace réservé du texte 2"/>
          <p:cNvSpPr>
            <a:spLocks noAdjustHandles="1" noChangeArrowheads="1" noChangeShapeType="1" noEditPoints="1" noGrp="1" noMove="1" noResize="1" noRot="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fr-FR"/>
              <a:t>Contenu texte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02596160" name="Espace réservé de la date 3"/>
          <p:cNvSpPr>
            <a:spLocks noAdjustHandles="1" noChangeArrowheads="1" noChangeShapeType="1" noEditPoints="1" noGrp="1" noMove="1" noResize="1" noRot="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ontserrat"/>
              </a:defRPr>
            </a:lvl1pPr>
          </a:lstStyle>
          <a:p>
            <a:pPr>
              <a:defRPr/>
            </a:pPr>
            <a:fld id="{065D9175-3EB5-4180-B9B2-2E197B3E8294}" type="datetime1">
              <a:rPr lang="fr-FR"/>
              <a:t>15/10/2026</a:t>
            </a:fld>
            <a:endParaRPr lang="fr-FR">
              <a:latin typeface="Montserrat"/>
            </a:endParaRPr>
          </a:p>
        </p:txBody>
      </p:sp>
      <p:sp>
        <p:nvSpPr>
          <p:cNvPr id="137318124" name="Espace réservé du pied de page 4"/>
          <p:cNvSpPr>
            <a:spLocks noAdjustHandles="1" noChangeArrowheads="1" noChangeShapeType="1" noEditPoints="1" noGrp="1" noMove="1" noResize="1" noRot="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ontserrat"/>
              </a:defRPr>
            </a:lvl1pPr>
          </a:lstStyle>
          <a:p>
            <a:pPr>
              <a:defRPr/>
            </a:pPr>
            <a:endParaRPr lang="fr-FR">
              <a:latin typeface="Montserrat"/>
            </a:endParaRPr>
          </a:p>
        </p:txBody>
      </p:sp>
      <p:sp>
        <p:nvSpPr>
          <p:cNvPr id="1349724395" name="Espace réservé du numéro de diapositive 5"/>
          <p:cNvSpPr>
            <a:spLocks noAdjustHandles="1" noChangeArrowheads="1" noChangeShapeType="1" noEditPoints="1" noGrp="1" noMove="1" noResize="1" noRot="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a:defRPr>
            </a:lvl1pPr>
          </a:lstStyle>
          <a:p>
            <a:pPr>
              <a:defRPr/>
            </a:pPr>
            <a:fld id="{7AE2D55B-A4E3-4C84-95F3-069B4A0B514D}" type="slidenum">
              <a:rPr lang="fr-FR"/>
              <a:t>‹N°›</a:t>
            </a:fld>
            <a:endParaRPr lang="fr-FR">
              <a:latin typeface="Montserra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1"/>
  <p:txStyles>
    <p:titleStyle>
      <a:lvl1pPr algn="l" defTabSz="914400" rtl="0">
        <a:lnSpc>
          <a:spcPct val="90000"/>
        </a:lnSpc>
        <a:spcBef>
          <a:spcPts val="0"/>
        </a:spcBef>
        <a:buNone/>
        <a:defRPr sz="4400">
          <a:solidFill>
            <a:srgbClr val="261E48"/>
          </a:solidFill>
          <a:latin typeface="+mj-lt"/>
          <a:ea typeface="+mj-ea"/>
          <a:cs typeface="+mj-cs"/>
        </a:defRPr>
      </a:lvl1pPr>
    </p:titleStyle>
    <p:bodyStyle>
      <a:lvl1pPr marL="0" indent="0" algn="l" defTabSz="914400" rtl="0">
        <a:lnSpc>
          <a:spcPct val="90000"/>
        </a:lnSpc>
        <a:spcBef>
          <a:spcPts val="1000"/>
        </a:spcBef>
        <a:buFont typeface="Arial"/>
        <a:buNone/>
        <a:defRPr sz="1400">
          <a:solidFill>
            <a:srgbClr val="261E48"/>
          </a:solidFill>
          <a:latin typeface="Montserrat"/>
          <a:ea typeface="+mn-ea"/>
          <a:cs typeface="+mn-cs"/>
        </a:defRPr>
      </a:lvl1pPr>
      <a:lvl2pPr marL="685800" indent="-228600" algn="l" defTabSz="914400" rtl="0">
        <a:lnSpc>
          <a:spcPct val="90000"/>
        </a:lnSpc>
        <a:spcBef>
          <a:spcPts val="500"/>
        </a:spcBef>
        <a:buFont typeface="Arial"/>
        <a:buChar char="•"/>
        <a:defRPr sz="1800">
          <a:solidFill>
            <a:srgbClr val="261E48"/>
          </a:solidFill>
          <a:latin typeface="Monsterra"/>
          <a:ea typeface="+mn-ea"/>
          <a:cs typeface="+mn-cs"/>
        </a:defRPr>
      </a:lvl2pPr>
      <a:lvl3pPr marL="1143000" indent="-228600" algn="l" defTabSz="914400" rtl="0">
        <a:lnSpc>
          <a:spcPct val="90000"/>
        </a:lnSpc>
        <a:spcBef>
          <a:spcPts val="500"/>
        </a:spcBef>
        <a:buFont typeface="Arial"/>
        <a:buChar char="•"/>
        <a:defRPr sz="1600">
          <a:solidFill>
            <a:srgbClr val="261E48"/>
          </a:solidFill>
          <a:latin typeface="Monsterra"/>
          <a:ea typeface="+mn-ea"/>
          <a:cs typeface="+mn-cs"/>
        </a:defRPr>
      </a:lvl3pPr>
      <a:lvl4pPr marL="1600200" indent="-228600" algn="l" defTabSz="914400" rtl="0">
        <a:lnSpc>
          <a:spcPct val="90000"/>
        </a:lnSpc>
        <a:spcBef>
          <a:spcPts val="500"/>
        </a:spcBef>
        <a:buFont typeface="Arial"/>
        <a:buChar char="•"/>
        <a:defRPr sz="1400">
          <a:solidFill>
            <a:srgbClr val="261E48"/>
          </a:solidFill>
          <a:latin typeface="Monsterra"/>
          <a:ea typeface="+mn-ea"/>
          <a:cs typeface="+mn-cs"/>
        </a:defRPr>
      </a:lvl4pPr>
      <a:lvl5pPr marL="1828800" indent="0" algn="l" defTabSz="914400" rtl="0">
        <a:lnSpc>
          <a:spcPct val="90000"/>
        </a:lnSpc>
        <a:spcBef>
          <a:spcPts val="500"/>
        </a:spcBef>
        <a:buFont typeface="Arial"/>
        <a:buNone/>
        <a:defRPr sz="1400">
          <a:solidFill>
            <a:srgbClr val="261E48"/>
          </a:solidFill>
          <a:latin typeface="Monsterra"/>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2028688069" name="Titre 1"/>
          <p:cNvSpPr>
            <a:spLocks noAdjustHandles="1" noChangeArrowheads="1" noChangeShapeType="1" noEditPoints="1" noGrp="1" noMove="1" noResize="1" noRot="1"/>
          </p:cNvSpPr>
          <p:nvPr>
            <p:ph type="ctrTitle"/>
          </p:nvPr>
        </p:nvSpPr>
        <p:spPr bwMode="auto"/>
        <p:txBody>
          <a:bodyPr/>
          <a:lstStyle/>
          <a:p>
            <a:pPr>
              <a:defRPr/>
            </a:pPr>
            <a:r>
              <a:rPr lang="fr-FR"/>
              <a:t>PROJECT RESILIENCE-ALPHA — Consortium Gn</a:t>
            </a:r>
            <a:br>
              <a:rPr lang="fr-FR"/>
            </a:br>
            <a:r>
              <a:rPr lang="fr-FR"/>
              <a:t>Workshop National EPSI Bac+5 — Octobre 2026 | Cyber-Résilience &amp; Reprise Autonome</a:t>
            </a:r>
            <a:endParaRPr/>
          </a:p>
        </p:txBody>
      </p:sp>
      <p:sp>
        <p:nvSpPr>
          <p:cNvPr id="1529752862" name="Sous-titre 2"/>
          <p:cNvSpPr>
            <a:spLocks noAdjustHandles="1" noChangeArrowheads="1" noChangeShapeType="1" noEditPoints="1" noGrp="1" noMove="1" noResize="1" noRot="1"/>
          </p:cNvSpPr>
          <p:nvPr>
            <p:ph type="subTitle" idx="1"/>
          </p:nvPr>
        </p:nvSpPr>
        <p:spPr bwMode="auto"/>
        <p:txBody>
          <a:bodyPr/>
          <a:lstStyle/>
          <a:p>
            <a:pPr>
              <a:defRPr/>
            </a:pPr>
            <a:r>
              <a:rPr lang="fr-FR"/>
              <a:t>Mission : Prouver qu'une plateforme de paiement critique encaisse une attaque L7, détecte l'anomalie par ML et se rétablit sans intervention humaine.</a:t>
            </a:r>
            <a:endParaRPr/>
          </a:p>
          <a:p>
            <a:pPr>
              <a:defRPr/>
            </a:pPr>
            <a:r>
              <a:rPr lang="fr-FR"/>
              <a:t>Preuve finale exigée : Nouvelle transaction métier fictive réussie, persistée et comptablement intègre (pas un simple /health).</a:t>
            </a:r>
            <a:r>
              <a:rPr lang="fr-FR"/>
              <a:t>Équipe &amp; Répartition de parole (5 min) : [À COMPLÉTER AVEC LES NOMS DES MEMBRES DU GROUPE]</a:t>
            </a:r>
            <a:r>
              <a:rPr lang="fr-FR"/>
              <a:t/>
            </a:r>
            <a:endParaRPr/>
          </a:p>
        </p:txBody>
      </p:sp>
      <p:sp>
        <p:nvSpPr>
          <p:cNvPr id="899973322" name="Espace réservé du numéro de diapositive 3"/>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
            </a:fld>
            <a:endParaRPr lang="fr-FR"/>
          </a:p>
        </p:txBody>
      </p:sp>
    </p:spTree>
  </p:cSld>
  <p:clrMapOvr>
    <a:masterClrMapping/>
  </p:clrMapOvr>
  <ns2:AlternateContent>
    <ns2:Choice Requires="p159">
      <p:transition spd="slow" ns3:dur="800" advClick="1">
        <p:circle/>
      </p:transition>
    </ns2:Choice>
    <ns2:Fallback>
      <p:transition spd="slow" advClick="1">
        <p:circle/>
      </p:transition>
    </ns2:Fallback>
  </ns2:AlternateContent>
</p:sld>
</file>

<file path=ppt/slides/slide2.xml><?xml version="1.0" encoding="utf-8"?>
<p:sld xmlns:a="http://schemas.openxmlformats.org/drawingml/2006/main" xmlns:ns3="http://schemas.openxmlformats.org/markup-compatibility/2006" xmlns:ns4="http://schemas.microsoft.com/office/powerpoint/2010/main" xmlns:p="http://schemas.openxmlformats.org/presentationml/2006/main" xmlns:r="http://schemas.openxmlformats.org/officeDocument/2006/relationships" showMasterPhAnim="0" showMasterSp="1" show="1">
  <p:cSld name="">
    <p:spTree>
      <p:nvGrpSpPr>
        <p:cNvPr id="1" name=""/>
        <p:cNvGrpSpPr/>
        <p:nvPr/>
      </p:nvGrpSpPr>
      <p:grpSpPr bwMode="auto">
        <a:xfrm>
          <a:off x="0" y="0"/>
          <a:ext cx="0" cy="0"/>
          <a:chOff x="0" y="0"/>
          <a:chExt cx="0" cy="0"/>
        </a:xfrm>
      </p:grpSpPr>
      <p:sp>
        <p:nvSpPr>
          <p:cNvPr id="1976001783" name="Titre 1"/>
          <p:cNvSpPr>
            <a:spLocks noAdjustHandles="1" noChangeArrowheads="1" noChangeShapeType="1" noEditPoints="1" noGrp="1" noMove="1" noResize="1" noRot="1"/>
          </p:cNvSpPr>
          <p:nvPr>
            <p:ph type="title"/>
          </p:nvPr>
        </p:nvSpPr>
        <p:spPr bwMode="auto">
          <a:xfrm>
            <a:off x="838200" y="365125"/>
            <a:ext cx="10515600" cy="882000"/>
          </a:xfrm>
        </p:spPr>
        <p:txBody>
          <a:bodyPr anchor="ctr">
            <a:normAutofit/>
          </a:bodyPr>
          <a:lstStyle/>
          <a:p>
            <a:pPr>
              <a:defRPr/>
            </a:pPr>
            <a:r>
              <a:rPr lang="fr-FR"/>
              <a:t>1. Enjeux Métier &amp; Architecture Microservices Confinée (0:00 - 1:00)</a:t>
            </a:r>
            <a:endParaRPr/>
          </a:p>
        </p:txBody>
      </p:sp>
      <p:sp>
        <p:nvSpPr>
          <p:cNvPr id="2020894535" name="Espace réservé du numéro de diapositive 2"/>
          <p:cNvSpPr>
            <a:spLocks noAdjustHandles="1" noChangeArrowheads="1" noChangeShapeType="1" noEditPoints="1" noGrp="1" noMove="1" noResize="1" noRot="1"/>
          </p:cNvSpPr>
          <p:nvPr>
            <p:ph type="sldNum" sz="quarter" idx="12"/>
          </p:nvPr>
        </p:nvSpPr>
        <p:spPr bwMode="auto">
          <a:xfrm>
            <a:off x="8610600" y="6356350"/>
            <a:ext cx="2743200" cy="365125"/>
          </a:xfrm>
        </p:spPr>
        <p:txBody>
          <a:bodyPr anchor="ctr">
            <a:normAutofit/>
          </a:bodyPr>
          <a:lstStyle/>
          <a:p>
            <a:pPr>
              <a:spcAft>
                <a:spcPts val="600"/>
              </a:spcAft>
              <a:defRPr/>
            </a:pPr>
            <a:fld id="{7AE2D55B-A4E3-4C84-95F3-069B4A0B514D}" type="slidenum">
              <a:rPr lang="fr-FR"/>
              <a:t>Contexte : L'arrêt d'un service de paiement bloque les partenaires et engage la responsabilité réglementaire (DORA / NIS2).</a:t>
            </a:fld>
            <a:endParaRPr lang="fr-FR"/>
          </a:p>
        </p:txBody>
      </p:sp>
      <p:sp>
        <p:nvSpPr>
          <p:cNvPr id="487752222" name="Espace réservé du contenu 4"/>
          <p:cNvSpPr>
            <a:spLocks noAdjustHandles="1" noChangeArrowheads="1" noChangeShapeType="1" noEditPoints="1" noGrp="1" noMove="1" noResize="1" noRot="1"/>
          </p:cNvSpPr>
          <p:nvPr>
            <p:ph idx="1"/>
          </p:nvPr>
        </p:nvSpPr>
        <p:spPr bwMode="auto">
          <a:xfrm>
            <a:off x="838200" y="1381119"/>
            <a:ext cx="5162550" cy="4220405"/>
          </a:xfrm>
        </p:spPr>
        <p:txBody>
          <a:bodyPr>
            <a:normAutofit/>
          </a:bodyPr>
          <a:lstStyle/>
          <a:p>
            <a:pPr>
              <a:defRPr/>
            </a:pPr>
            <a:r>
              <a:rPr lang="fr-FR" sz="1100" b="1"/>
              <a:t>Architecture en 5 réseaux Docker isolés : edge_net (:8080/:3000), app_net, data_net (interne), obs_net, control_net (interne).</a:t>
            </a:r>
            <a:endParaRPr/>
          </a:p>
          <a:p>
            <a:pPr>
              <a:defRPr/>
            </a:pPr>
            <a:r>
              <a:rPr lang="fr-FR" sz="1100"/>
              <a:t>Garanties métier (services/api &amp; services/auth) : JWT HS256 + RBAC, montants exacts en centimes entiers, Idempotency-Key SHA-256.</a:t>
            </a:r>
            <a:endParaRPr/>
          </a:p>
          <a:p>
            <a:pPr>
              <a:defRPr/>
            </a:pPr>
            <a:r>
              <a:rPr lang="fr-FR" sz="1100" b="1"/>
              <a:t>Confinement strict : Aucun socket Docker dans l'API, le front ou le RAG ; seul executor agit sur control_net via ordres signés HMAC.</a:t>
            </a:r>
            <a:endParaRPr/>
          </a:p>
          <a:p>
            <a:pPr lvl="0">
              <a:defRPr/>
            </a:pPr>
            <a:r>
              <a:rPr lang="fr-FR" sz="1100"/>
              <a:t/>
            </a:r>
            <a:endParaRPr/>
          </a:p>
          <a:p>
            <a:pPr lvl="0">
              <a:defRPr/>
            </a:pPr>
            <a:r>
              <a:rPr lang="fr-FR" sz="1100"/>
              <a:t/>
            </a:r>
            <a:endParaRPr/>
          </a:p>
          <a:p>
            <a:pPr lvl="0">
              <a:defRPr/>
            </a:pPr>
            <a:r>
              <a:rPr lang="fr-FR" sz="1100"/>
              <a:t/>
            </a:r>
            <a:r>
              <a:rPr lang="fr-FR" sz="1100"/>
              <a:t/>
            </a:r>
            <a:r>
              <a:rPr lang="fr-FR" sz="1100"/>
              <a:t/>
            </a:r>
            <a:endParaRPr/>
          </a:p>
          <a:p>
            <a:pPr lvl="0">
              <a:defRPr/>
            </a:pPr>
            <a:r>
              <a:rPr lang="fr-FR" sz="1100"/>
              <a:t/>
            </a:r>
            <a:endParaRPr/>
          </a:p>
          <a:p>
            <a:pPr lvl="0">
              <a:defRPr/>
            </a:pPr>
            <a:r>
              <a:rPr lang="fr-FR" sz="1100"/>
              <a:t/>
            </a:r>
            <a:endParaRPr/>
          </a:p>
          <a:p>
            <a:pPr lvl="0">
              <a:defRPr/>
            </a:pPr>
            <a:r>
              <a:rPr lang="fr-FR" sz="1100"/>
              <a:t/>
            </a:r>
            <a:endParaRPr/>
          </a:p>
        </p:txBody>
      </p:sp>
      <p:pic>
        <p:nvPicPr>
          <p:cNvPr id="789727614" name="Espace réservé du contenu 6"/>
          <p:cNvPicPr>
            <a:picLocks noChangeAspect="1" noGrp="1"/>
          </p:cNvPicPr>
          <p:nvPr>
            <p:ph idx="4294967295"/>
          </p:nvPr>
        </p:nvPicPr>
        <p:blipFill rotWithShape="1">
          <a:blip r:embed="rId3"/>
          <a:srcRect l="0" t="5907" r="-3" b="12340"/>
          <a:stretch/>
        </p:blipFill>
        <p:spPr bwMode="auto">
          <a:xfrm>
            <a:off x="6191250" y="1381119"/>
            <a:ext cx="5162550" cy="4220405"/>
          </a:xfrm>
          <a:prstGeom prst="rect">
            <a:avLst/>
          </a:prstGeom>
          <a:noFill/>
        </p:spPr>
      </p:pic>
    </p:spTree>
  </p:cSld>
  <p:clrMapOvr>
    <a:masterClrMapping/>
  </p:clrMapOvr>
  <ns3:AlternateContent>
    <ns3:Choice Requires="p159">
      <p:transition ns4:dur="500" advClick="1"/>
    </ns3:Choice>
    <ns3:Fallback>
      <p:transition advClick="1"/>
    </ns3:Fallback>
  </ns3:AlternateContent>
</p:sld>
</file>

<file path=ppt/slides/slide3.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1564384319" name="Titre 1"/>
          <p:cNvSpPr>
            <a:spLocks noGrp="1"/>
          </p:cNvSpPr>
          <p:nvPr>
            <p:ph type="title"/>
          </p:nvPr>
        </p:nvSpPr>
        <p:spPr bwMode="auto"/>
        <p:txBody>
          <a:bodyPr/>
          <a:lstStyle/>
          <a:p>
            <a:pPr>
              <a:defRPr/>
            </a:pPr>
            <a:r>
              <a:rPr lang="fr-FR"/>
              <a:t>2. Scénario Offensif Borné &amp; Complémentarité WAF / ML (1:00 - 1:45)</a:t>
            </a:r>
            <a:endParaRPr/>
          </a:p>
        </p:txBody>
      </p:sp>
      <p:sp>
        <p:nvSpPr>
          <p:cNvPr id="2075132878" name="Espace réservé du numéro de diapositive 2"/>
          <p:cNvSpPr>
            <a:spLocks noGrp="1"/>
          </p:cNvSpPr>
          <p:nvPr>
            <p:ph type="sldNum" sz="quarter" idx="12"/>
          </p:nvPr>
        </p:nvSpPr>
        <p:spPr bwMode="auto"/>
        <p:txBody>
          <a:bodyPr/>
          <a:lstStyle/>
          <a:p>
            <a:pPr>
              <a:defRPr/>
            </a:pPr>
            <a:fld id="{7AE2D55B-A4E3-4C84-95F3-069B4A0B514D}" type="slidenum">
              <a:rPr lang="fr-FR"/>
              <a:t>Scénario Red Team (depuis PC Attaquant sur RESILIENCE-G&lt;n&gt; 192.168.137.0/24) : Flood L7 sur POST /api/v1/transactions/verify-batch.</a:t>
            </a:fld>
            <a:endParaRPr lang="fr-FR"/>
          </a:p>
        </p:txBody>
      </p:sp>
      <p:sp>
        <p:nvSpPr>
          <p:cNvPr id="1274635795" name="Sous-titre 3"/>
          <p:cNvSpPr>
            <a:spLocks noGrp="1"/>
          </p:cNvSpPr>
          <p:nvPr>
            <p:ph type="subTitle" idx="13"/>
          </p:nvPr>
        </p:nvSpPr>
        <p:spPr bwMode="auto"/>
        <p:txBody>
          <a:bodyPr>
            <a:normAutofit lnSpcReduction="10000"/>
          </a:bodyPr>
          <a:lstStyle/>
          <a:p>
            <a:pPr>
              <a:defRPr/>
            </a:pPr>
            <a:endParaRPr lang="fr-FR"/>
          </a:p>
        </p:txBody>
      </p:sp>
      <p:sp>
        <p:nvSpPr>
          <p:cNvPr id="1388546007" name="Espace réservé du contenu 4"/>
          <p:cNvSpPr>
            <a:spLocks noGrp="1"/>
          </p:cNvSpPr>
          <p:nvPr>
            <p:ph idx="15"/>
          </p:nvPr>
        </p:nvSpPr>
        <p:spPr bwMode="auto"/>
        <p:txBody>
          <a:bodyPr/>
          <a:lstStyle/>
          <a:p>
            <a:pPr lvl="0">
              <a:defRPr/>
            </a:pPr>
            <a:r>
              <a:rPr lang="fr-FR" b="1"/>
              <a:t>Pourquoi le trafic franchit le WAF initial : Requêtes JSON syntaxiquement valides (aucune injection SQLi/XSS).</a:t>
            </a:r>
            <a:r>
              <a:rPr lang="fr-FR"/>
              <a:t>Effet observable sur le PC Hôte : Saturation des workers PBKDF2/SHA-256 -&gt; Latence P95 bondit de ~25 ms à &gt; 880 ms.</a:t>
            </a:r>
            <a:r>
              <a:rPr lang="fr-FR"/>
              <a:t>Garde-fous intégrés : Allowlist IP stricte (127.0.0.1 / 192.168.137.1), plafonds 45s / 50 rps / 8 threads, Kill-Switch &lt; 50 ms.</a:t>
            </a:r>
            <a:r>
              <a:rPr lang="fr-FR"/>
              <a:t/>
            </a:r>
            <a:r>
              <a:rPr lang="fr-FR"/>
              <a:t/>
            </a:r>
            <a:r>
              <a:rPr lang="fr-FR"/>
              <a:t/>
            </a:r>
            <a:r>
              <a:rPr lang="fr-FR"/>
              <a:t/>
            </a:r>
            <a:r>
              <a:rPr lang="fr-FR"/>
              <a:t/>
            </a:r>
            <a:r>
              <a:rPr lang="fr-FR"/>
              <a:t/>
            </a:r>
            <a:r>
              <a:rPr lang="fr-FR"/>
              <a:t/>
            </a:r>
            <a:r>
              <a:rPr lang="fr-FR"/>
              <a:t/>
            </a:r>
            <a:r>
              <a:rPr lang="fr-FR"/>
              <a:t/>
            </a:r>
            <a:r>
              <a:rPr lang="fr-FR"/>
              <a:t/>
            </a:r>
            <a:endParaRPr lang="fr-FR"/>
          </a:p>
          <a:p>
            <a:pPr lvl="0">
              <a:defRPr/>
            </a:pPr>
            <a:r>
              <a:rPr lang="fr-FR" b="1"/>
              <a:t/>
            </a:r>
            <a:r>
              <a:rPr lang="fr-FR"/>
              <a:t/>
            </a:r>
            <a:r>
              <a:rPr lang="fr-FR"/>
              <a:t/>
            </a:r>
            <a:r>
              <a:rPr lang="fr-FR"/>
              <a:t/>
            </a:r>
            <a:r>
              <a:rPr lang="fr-FR"/>
              <a:t/>
            </a:r>
            <a:r>
              <a:rPr lang="fr-FR"/>
              <a:t/>
            </a:r>
            <a:endParaRPr/>
          </a:p>
          <a:p>
            <a:pPr lvl="0">
              <a:defRPr/>
            </a:pPr>
            <a:r>
              <a:rPr lang="fr-FR" b="1"/>
              <a:t/>
            </a:r>
            <a:r>
              <a:rPr lang="fr-FR"/>
              <a:t/>
            </a:r>
            <a:r>
              <a:rPr lang="fr-FR"/>
              <a:t/>
            </a:r>
            <a:r>
              <a:rPr lang="fr-FR"/>
              <a:t/>
            </a:r>
            <a:r>
              <a:rPr lang="fr-FR"/>
              <a:t/>
            </a:r>
            <a:r>
              <a:rPr lang="fr-FR"/>
              <a:t/>
            </a:r>
            <a:r>
              <a:rPr lang="fr-FR"/>
              <a:t/>
            </a:r>
            <a:r>
              <a:rPr lang="fr-FR"/>
              <a:t/>
            </a:r>
            <a:endParaRPr/>
          </a:p>
          <a:p>
            <a:pPr lvl="0">
              <a:defRPr/>
            </a:pPr>
            <a:r>
              <a:rPr lang="fr-FR" b="1"/>
              <a:t/>
            </a:r>
            <a:r>
              <a:rPr lang="fr-FR"/>
              <a:t/>
            </a:r>
            <a:endParaRPr/>
          </a:p>
          <a:p>
            <a:pPr lvl="0">
              <a:defRPr/>
            </a:pPr>
            <a:r>
              <a:rPr lang="fr-FR" b="1"/>
              <a:t/>
            </a:r>
            <a:r>
              <a:rPr lang="fr-FR"/>
              <a:t/>
            </a:r>
            <a:endParaRPr/>
          </a:p>
        </p:txBody>
      </p:sp>
      <p:sp>
        <p:nvSpPr>
          <p:cNvPr id="1186675135" name="Espace réservé du contenu 5"/>
          <p:cNvSpPr>
            <a:spLocks noGrp="1"/>
          </p:cNvSpPr>
          <p:nvPr>
            <p:ph idx="16"/>
          </p:nvPr>
        </p:nvSpPr>
        <p:spPr bwMode="auto"/>
        <p:txBody>
          <a:bodyPr/>
          <a:lstStyle/>
          <a:p>
            <a:pPr>
              <a:defRPr/>
            </a:pPr>
            <a:r>
              <a:rPr lang="fr-FR" b="1"/>
              <a:t/>
            </a:r>
            <a:endParaRPr lang="fr-FR"/>
          </a:p>
          <a:p>
            <a:pPr lvl="0">
              <a:defRPr/>
            </a:pPr>
            <a:r>
              <a:rPr lang="fr-FR" b="1"/>
              <a:t/>
            </a:r>
            <a:r>
              <a:rPr lang="fr-FR"/>
              <a:t/>
            </a:r>
            <a:endParaRPr/>
          </a:p>
          <a:p>
            <a:pPr lvl="0">
              <a:defRPr/>
            </a:pPr>
            <a:r>
              <a:rPr lang="fr-FR" b="1"/>
              <a:t/>
            </a:r>
            <a:r>
              <a:rPr lang="fr-FR"/>
              <a:t/>
            </a:r>
            <a:endParaRPr/>
          </a:p>
          <a:p>
            <a:pPr lvl="0">
              <a:defRPr/>
            </a:pPr>
            <a:r>
              <a:rPr lang="fr-FR" b="1"/>
              <a:t/>
            </a:r>
            <a:r>
              <a:rPr lang="fr-FR"/>
              <a:t/>
            </a:r>
            <a:endParaRPr/>
          </a:p>
          <a:p>
            <a:pPr lvl="0">
              <a:defRPr/>
            </a:pPr>
            <a:r>
              <a:rPr lang="fr-FR" b="1"/>
              <a:t/>
            </a:r>
            <a:r>
              <a:rPr lang="fr-FR"/>
              <a:t/>
            </a:r>
            <a:endParaRPr/>
          </a:p>
          <a:p>
            <a:pPr lvl="0">
              <a:defRPr/>
            </a:pPr>
            <a:endParaRPr lang="fr-FR"/>
          </a:p>
          <a:p>
            <a:pPr lvl="0">
              <a:defRPr/>
            </a:pPr>
            <a:r>
              <a:rPr lang="fr-FR" b="1"/>
              <a:t/>
            </a:r>
            <a:endParaRPr/>
          </a:p>
        </p:txBody>
      </p:sp>
    </p:spTree>
  </p:cSld>
  <p:clrMapOvr>
    <a:masterClrMapping/>
  </p:clrMapOvr>
  <ns2:AlternateContent>
    <ns2:Choice Requires="p159">
      <p:transition ns3:dur="500" advClick="1"/>
    </ns2:Choice>
    <ns2:Fallback>
      <p:transition advClick="1"/>
    </ns2:Fallback>
  </ns2:AlternateContent>
</p:sld>
</file>

<file path=ppt/slides/slide4.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803110954" name="Titre 1"/>
          <p:cNvSpPr>
            <a:spLocks noAdjustHandles="1" noChangeArrowheads="1" noChangeShapeType="1" noEditPoints="1" noGrp="1" noMove="1" noResize="1" noRot="1"/>
          </p:cNvSpPr>
          <p:nvPr>
            <p:ph type="title"/>
          </p:nvPr>
        </p:nvSpPr>
        <p:spPr bwMode="auto"/>
        <p:txBody>
          <a:bodyPr/>
          <a:lstStyle/>
          <a:p>
            <a:pPr>
              <a:defRPr/>
            </a:pPr>
            <a:r>
              <a:rPr lang="fr-FR"/>
              <a:t>3. Détection ML IsolationForest &amp; Assistant RAG Local (1:45 - 2:30)</a:t>
            </a:r>
            <a:endParaRPr/>
          </a:p>
        </p:txBody>
      </p:sp>
      <p:sp>
        <p:nvSpPr>
          <p:cNvPr id="961928369" name="Espace réservé du numéro de diapositive 2"/>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Modèle IsolationForest (200 arbres) entraîné sur 75 sessions normales variées (5 régimes) sans fuite de données.</a:t>
            </a:fld>
            <a:endParaRPr lang="fr-FR"/>
          </a:p>
        </p:txBody>
      </p:sp>
      <p:sp>
        <p:nvSpPr>
          <p:cNvPr id="151706540" name="Espace réservé du contenu 3"/>
          <p:cNvSpPr>
            <a:spLocks noAdjustHandles="1" noChangeArrowheads="1" noChangeShapeType="1" noEditPoints="1" noGrp="1" noMove="1" noResize="1" noRot="1"/>
          </p:cNvSpPr>
          <p:nvPr>
            <p:ph idx="1"/>
          </p:nvPr>
        </p:nvSpPr>
        <p:spPr bwMode="auto"/>
        <p:txBody>
          <a:bodyPr/>
          <a:lstStyle/>
          <a:p>
            <a:pPr>
              <a:defRPr/>
            </a:pPr>
            <a:r>
              <a:rPr lang="fr-FR"/>
              <a:t>7 variables par fenêtre de 5s : latency_p95_ms (18,8%), error_rate (17,7%), tx_success (15,2%), req_rate, expensive_ratio, saturation, ip_entropy.</a:t>
            </a:r>
            <a:endParaRPr/>
          </a:p>
        </p:txBody>
      </p:sp>
      <p:sp>
        <p:nvSpPr>
          <p:cNvPr id="198113376" name="Espace réservé du contenu 4"/>
          <p:cNvSpPr>
            <a:spLocks noAdjustHandles="1" noChangeArrowheads="1" noChangeShapeType="1" noEditPoints="1" noGrp="1" noMove="1" noResize="1" noRot="1"/>
          </p:cNvSpPr>
          <p:nvPr>
            <p:ph idx="18"/>
          </p:nvPr>
        </p:nvSpPr>
        <p:spPr bwMode="auto"/>
        <p:txBody>
          <a:bodyPr/>
          <a:lstStyle/>
          <a:p>
            <a:pPr>
              <a:defRPr/>
            </a:pPr>
            <a:r>
              <a:rPr lang="fr-FR"/>
              <a:t>Seuil calibré (-0.1176) + confirmation sur 2 fenêtres consécutives : F1 = 0,9908, FPR session = 0,00%, Détection = 100%.</a:t>
            </a:r>
            <a:endParaRPr/>
          </a:p>
        </p:txBody>
      </p:sp>
      <p:sp>
        <p:nvSpPr>
          <p:cNvPr id="2027847215" name="Espace réservé du contenu 5"/>
          <p:cNvSpPr>
            <a:spLocks noAdjustHandles="1" noChangeArrowheads="1" noChangeShapeType="1" noEditPoints="1" noGrp="1" noMove="1" noResize="1" noRot="1"/>
          </p:cNvSpPr>
          <p:nvPr>
            <p:ph idx="19"/>
          </p:nvPr>
        </p:nvSpPr>
        <p:spPr bwMode="auto"/>
        <p:txBody>
          <a:bodyPr/>
          <a:lstStyle/>
          <a:p>
            <a:pPr>
              <a:defRPr/>
            </a:pPr>
            <a:r>
              <a:rPr lang="fr-FR"/>
              <a:t>Assistant RAG Local (LangChain + Ollama gemma4:e4b &lt;= 8B) : 130 sections indexées, citations [Source: ...] obligatoires, hors chemin critique.</a:t>
            </a:r>
            <a:r>
              <a:rPr lang="fr-FR"/>
              <a:t/>
            </a:r>
            <a:endParaRPr lang="fr-FR"/>
          </a:p>
        </p:txBody>
      </p:sp>
      <p:sp>
        <p:nvSpPr>
          <p:cNvPr id="1817210472" name="Espace réservé du contenu 6"/>
          <p:cNvSpPr>
            <a:spLocks noAdjustHandles="1" noChangeArrowheads="1" noChangeShapeType="1" noEditPoints="1" noGrp="1" noMove="1" noResize="1" noRot="1"/>
          </p:cNvSpPr>
          <p:nvPr>
            <p:ph idx="20"/>
          </p:nvPr>
        </p:nvSpPr>
        <p:spPr bwMode="auto"/>
        <p:txBody>
          <a:bodyPr/>
          <a:lstStyle/>
          <a:p>
            <a:pPr>
              <a:defRPr/>
            </a:pPr>
            <a:r>
              <a:rPr lang="fr-FR"/>
              <a:t/>
            </a:r>
            <a:endParaRPr/>
          </a:p>
        </p:txBody>
      </p:sp>
      <p:sp>
        <p:nvSpPr>
          <p:cNvPr id="1778744890" name="Espace réservé du contenu 7"/>
          <p:cNvSpPr>
            <a:spLocks noAdjustHandles="1" noChangeArrowheads="1" noChangeShapeType="1" noEditPoints="1" noGrp="1" noMove="1" noResize="1" noRot="1"/>
          </p:cNvSpPr>
          <p:nvPr>
            <p:ph idx="21"/>
          </p:nvPr>
        </p:nvSpPr>
        <p:spPr bwMode="auto"/>
        <p:txBody>
          <a:bodyPr/>
          <a:lstStyle/>
          <a:p>
            <a:pPr>
              <a:defRPr/>
            </a:pPr>
            <a:r>
              <a:rPr lang="fr-FR"/>
              <a:t/>
            </a:r>
            <a:endParaRPr/>
          </a:p>
        </p:txBody>
      </p:sp>
      <p:sp>
        <p:nvSpPr>
          <p:cNvPr id="1999851783" name="Espace réservé du contenu 8"/>
          <p:cNvSpPr>
            <a:spLocks noAdjustHandles="1" noChangeArrowheads="1" noChangeShapeType="1" noEditPoints="1" noGrp="1" noMove="1" noResize="1" noRot="1"/>
          </p:cNvSpPr>
          <p:nvPr>
            <p:ph idx="22"/>
          </p:nvPr>
        </p:nvSpPr>
        <p:spPr bwMode="auto"/>
        <p:txBody>
          <a:bodyPr/>
          <a:lstStyle/>
          <a:p>
            <a:pPr>
              <a:defRPr/>
            </a:pPr>
            <a:r>
              <a:rPr lang="fr-FR"/>
              <a:t/>
            </a:r>
            <a:r>
              <a:rPr lang="fr-FR"/>
              <a:t/>
            </a:r>
            <a:r>
              <a:rPr lang="fr-FR"/>
              <a:t/>
            </a:r>
            <a:endParaRPr/>
          </a:p>
        </p:txBody>
      </p:sp>
      <p:sp>
        <p:nvSpPr>
          <p:cNvPr id="766212888" name="Espace réservé du contenu 9"/>
          <p:cNvSpPr>
            <a:spLocks noAdjustHandles="1" noChangeArrowheads="1" noChangeShapeType="1" noEditPoints="1" noGrp="1" noMove="1" noResize="1" noRot="1"/>
          </p:cNvSpPr>
          <p:nvPr>
            <p:ph idx="23"/>
          </p:nvPr>
        </p:nvSpPr>
        <p:spPr bwMode="auto"/>
        <p:txBody>
          <a:bodyPr/>
          <a:lstStyle/>
          <a:p>
            <a:pPr>
              <a:defRPr/>
            </a:pPr>
            <a:r>
              <a:rPr lang="fr-FR"/>
              <a:t/>
            </a:r>
            <a:endParaRPr/>
          </a:p>
        </p:txBody>
      </p:sp>
      <p:sp>
        <p:nvSpPr>
          <p:cNvPr id="451630248" name="Espace réservé du contenu 10"/>
          <p:cNvSpPr>
            <a:spLocks noAdjustHandles="1" noChangeArrowheads="1" noChangeShapeType="1" noEditPoints="1" noGrp="1" noMove="1" noResize="1" noRot="1"/>
          </p:cNvSpPr>
          <p:nvPr>
            <p:ph idx="24"/>
          </p:nvPr>
        </p:nvSpPr>
        <p:spPr bwMode="auto"/>
        <p:txBody>
          <a:bodyPr/>
          <a:lstStyle/>
          <a:p>
            <a:pPr>
              <a:defRPr/>
            </a:pPr>
            <a:r>
              <a:rPr lang="fr-FR"/>
              <a:t/>
            </a:r>
            <a:endParaRPr/>
          </a:p>
        </p:txBody>
      </p:sp>
      <p:sp>
        <p:nvSpPr>
          <p:cNvPr id="457494238" name="Espace réservé du contenu 11"/>
          <p:cNvSpPr>
            <a:spLocks noAdjustHandles="1" noChangeArrowheads="1" noChangeShapeType="1" noEditPoints="1" noGrp="1" noMove="1" noResize="1" noRot="1"/>
          </p:cNvSpPr>
          <p:nvPr>
            <p:ph idx="25"/>
          </p:nvPr>
        </p:nvSpPr>
        <p:spPr bwMode="auto"/>
        <p:txBody>
          <a:bodyPr/>
          <a:lstStyle/>
          <a:p>
            <a:pPr>
              <a:defRPr/>
            </a:pPr>
            <a:r>
              <a:rPr lang="fr-FR"/>
              <a:t/>
            </a:r>
            <a:endParaRPr/>
          </a:p>
        </p:txBody>
      </p:sp>
      <p:sp>
        <p:nvSpPr>
          <p:cNvPr id="1124513228" name="Espace réservé du contenu 12"/>
          <p:cNvSpPr>
            <a:spLocks noAdjustHandles="1" noChangeArrowheads="1" noChangeShapeType="1" noEditPoints="1" noGrp="1" noMove="1" noResize="1" noRot="1"/>
          </p:cNvSpPr>
          <p:nvPr>
            <p:ph idx="26"/>
          </p:nvPr>
        </p:nvSpPr>
        <p:spPr bwMode="auto"/>
        <p:txBody>
          <a:bodyPr/>
          <a:lstStyle/>
          <a:p>
            <a:pPr>
              <a:defRPr/>
            </a:pPr>
            <a:r>
              <a:rPr lang="fr-FR"/>
              <a:t/>
            </a:r>
            <a:endParaRPr/>
          </a:p>
        </p:txBody>
      </p:sp>
      <p:sp>
        <p:nvSpPr>
          <p:cNvPr id="1091137707" name="Espace réservé du texte 13"/>
          <p:cNvSpPr>
            <a:spLocks noAdjustHandles="1" noChangeArrowheads="1" noChangeShapeType="1" noEditPoints="1" noGrp="1" noMove="1" noResize="1" noRot="1"/>
          </p:cNvSpPr>
          <p:nvPr>
            <p:ph type="body" sz="quarter" idx="27"/>
          </p:nvPr>
        </p:nvSpPr>
        <p:spPr bwMode="auto"/>
        <p:txBody>
          <a:bodyPr>
            <a:normAutofit fontScale="85000" lnSpcReduction="20000"/>
          </a:bodyPr>
          <a:lstStyle/>
          <a:p>
            <a:pPr lvl="0">
              <a:lnSpc>
                <a:spcPct val="100000"/>
              </a:lnSpc>
              <a:spcBef>
                <a:spcPts val="0"/>
              </a:spcBef>
              <a:defRPr/>
            </a:pPr>
            <a:r>
              <a:rPr lang="fr-FR">
                <a:latin typeface="Montserrat Bold"/>
              </a:rPr>
              <a:t/>
            </a:r>
            <a:endParaRPr/>
          </a:p>
          <a:p>
            <a:pPr lvl="0">
              <a:spcBef>
                <a:spcPts val="0"/>
              </a:spcBef>
              <a:defRPr/>
            </a:pPr>
            <a:r>
              <a:rPr lang="fr-FR"/>
              <a:t/>
            </a:r>
            <a:endParaRPr/>
          </a:p>
          <a:p>
            <a:pPr lvl="0">
              <a:defRPr/>
            </a:pPr>
            <a:r>
              <a:rPr lang="fr-FR"/>
              <a:t/>
            </a:r>
            <a:endParaRPr/>
          </a:p>
          <a:p>
            <a:pPr lvl="0">
              <a:defRPr/>
            </a:pPr>
            <a:r>
              <a:rPr lang="fr-FR"/>
              <a:t/>
            </a:r>
            <a:endParaRPr/>
          </a:p>
          <a:p>
            <a:pPr lvl="0">
              <a:spcBef>
                <a:spcPts val="0"/>
              </a:spcBef>
              <a:defRPr/>
            </a:pPr>
            <a:endParaRPr lang="fr-FR"/>
          </a:p>
          <a:p>
            <a:pPr>
              <a:defRPr/>
            </a:pPr>
            <a:endParaRPr lang="fr-FR"/>
          </a:p>
        </p:txBody>
      </p:sp>
    </p:spTree>
  </p:cSld>
  <p:clrMapOvr>
    <a:masterClrMapping/>
  </p:clrMapOvr>
  <ns2:AlternateContent>
    <ns2:Choice Requires="p159">
      <p:transition ns3:dur="500" advClick="1"/>
    </ns2:Choice>
    <ns2:Fallback>
      <p:transition advClick="1"/>
    </ns2:Fallback>
  </ns2:AlternateContent>
</p:sld>
</file>

<file path=ppt/slides/slide5.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1718516611" name="Titre 1"/>
          <p:cNvSpPr>
            <a:spLocks noAdjustHandles="1" noChangeArrowheads="1" noChangeShapeType="1" noEditPoints="1" noGrp="1" noMove="1" noResize="1" noRot="1"/>
          </p:cNvSpPr>
          <p:nvPr>
            <p:ph type="title"/>
          </p:nvPr>
        </p:nvSpPr>
        <p:spPr bwMode="auto"/>
        <p:txBody>
          <a:bodyPr/>
          <a:lstStyle/>
          <a:p>
            <a:pPr>
              <a:defRPr/>
            </a:pPr>
            <a:r>
              <a:rPr lang="fr-FR"/>
              <a:t>4. Remédiation Autonome &amp; Preuve Métier sous Attaque Continue (2:30 - 3:30)</a:t>
            </a:r>
            <a:endParaRPr/>
          </a:p>
        </p:txBody>
      </p:sp>
      <p:sp>
        <p:nvSpPr>
          <p:cNvPr id="437442015" name="Espace réservé du contenu 2"/>
          <p:cNvSpPr>
            <a:spLocks noAdjustHandles="1" noChangeArrowheads="1" noChangeShapeType="1" noEditPoints="1" noGrp="1" noMove="1" noResize="1" noRot="1"/>
          </p:cNvSpPr>
          <p:nvPr>
            <p:ph idx="1"/>
          </p:nvPr>
        </p:nvSpPr>
        <p:spPr bwMode="auto"/>
        <p:txBody>
          <a:bodyPr/>
          <a:lstStyle/>
          <a:p>
            <a:pPr>
              <a:defRPr/>
            </a:pPr>
            <a:endParaRPr lang="fr-FR" i="1"/>
          </a:p>
          <a:p>
            <a:pPr>
              <a:defRPr/>
            </a:pPr>
            <a:endParaRPr lang="fr-FR" i="1"/>
          </a:p>
          <a:p>
            <a:pPr>
              <a:defRPr/>
            </a:pPr>
            <a:endParaRPr lang="fr-FR" i="1"/>
          </a:p>
          <a:p>
            <a:pPr>
              <a:defRPr/>
            </a:pPr>
            <a:r>
              <a:rPr lang="fr-FR" i="1"/>
              <a:t>Automate formel : NORMAL -&gt; SUSPECT -&gt; INCIDENT -&gt; REMEDIATING -&gt; VERIFYING -&gt; RECOVERED / FAILED (Max 3 tentatives + Cooldown).</a:t>
            </a:r>
            <a:endParaRPr lang="fr-FR"/>
          </a:p>
          <a:p>
            <a:pPr marL="285750" lvl="0" indent="-285750">
              <a:buFont typeface="Wingdings"/>
              <a:buChar char="q"/>
              <a:defRPr/>
            </a:pPr>
            <a:r>
              <a:rPr lang="fr-FR"/>
              <a:t>Actions exécutées par executor (HMAC-SHA256 + Audit chaîné SHA-256) : 1) block_ip_waf(TTL 300s), 2) strict_mitigation, 3) recycle_api_workers.</a:t>
            </a:r>
            <a:endParaRPr/>
          </a:p>
          <a:p>
            <a:pPr marL="285750" lvl="0" indent="-285750">
              <a:buFont typeface="Wingdings"/>
              <a:buChar char="q"/>
              <a:defRPr/>
            </a:pPr>
            <a:r>
              <a:rPr lang="fr-FR"/>
              <a:t>Résultats mesurés (3 répétitions) : MTTD = 10.19 s | MTTR = 0.19 s | Séquence complète = 11.14 s (&lt; 60 s).</a:t>
            </a:r>
            <a:endParaRPr/>
          </a:p>
          <a:p>
            <a:pPr marL="285750" lvl="0" indent="-285750">
              <a:buFont typeface="Wingdings"/>
              <a:buChar char="q"/>
              <a:defRPr/>
            </a:pPr>
            <a:r>
              <a:rPr lang="fr-FR"/>
              <a:t>Preuve sous charge : 100% des requêtes offensives suivantes sont bloquées (HTTP 403) pendant que la nouvelle transaction T5 réussit !</a:t>
            </a:r>
            <a:endParaRPr/>
          </a:p>
          <a:p>
            <a:pPr marL="285750" lvl="0" indent="-285750">
              <a:buFont typeface="Wingdings"/>
              <a:buChar char="q"/>
              <a:defRPr/>
            </a:pPr>
            <a:r>
              <a:rPr lang="fr-FR"/>
              <a:t/>
            </a:r>
            <a:endParaRPr/>
          </a:p>
          <a:p>
            <a:pPr marL="285750" lvl="0" indent="-285750">
              <a:buFont typeface="Wingdings"/>
              <a:buChar char="q"/>
              <a:defRPr/>
            </a:pPr>
            <a:r>
              <a:rPr lang="fr-FR"/>
              <a:t/>
            </a:r>
            <a:endParaRPr/>
          </a:p>
          <a:p>
            <a:pPr>
              <a:defRPr/>
            </a:pPr>
            <a:r>
              <a:rPr lang="fr-FR" b="1" i="1"/>
              <a:t/>
            </a:r>
            <a:endParaRPr lang="fr-FR" b="1"/>
          </a:p>
        </p:txBody>
      </p:sp>
      <p:sp>
        <p:nvSpPr>
          <p:cNvPr id="1734094811" name="Espace réservé du numéro de diapositive 3"/>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
            </a:fld>
            <a:endParaRPr lang="fr-FR"/>
          </a:p>
        </p:txBody>
      </p:sp>
    </p:spTree>
  </p:cSld>
  <p:clrMapOvr>
    <a:masterClrMapping/>
  </p:clrMapOvr>
  <ns2:AlternateContent>
    <ns2:Choice Requires="p159">
      <p:transition ns3:dur="500" advClick="1"/>
    </ns2:Choice>
    <ns2:Fallback>
      <p:transition advClick="1"/>
    </ns2:Fallback>
  </ns2:AlternateContent>
</p:sld>
</file>

<file path=ppt/slides/slide6.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2121861544" name="Titre 1"/>
          <p:cNvSpPr>
            <a:spLocks noAdjustHandles="1" noChangeArrowheads="1" noChangeShapeType="1" noEditPoints="1" noGrp="1" noMove="1" noResize="1" noRot="1"/>
          </p:cNvSpPr>
          <p:nvPr>
            <p:ph type="title"/>
          </p:nvPr>
        </p:nvSpPr>
        <p:spPr bwMode="auto"/>
        <p:txBody>
          <a:bodyPr/>
          <a:lstStyle/>
          <a:p>
            <a:pPr>
              <a:defRPr/>
            </a:pPr>
            <a:r>
              <a:rPr lang="fr-FR"/>
              <a:t>5. Gouvernance : Analyse de Risques EBIOS RM &amp; PCA/PRA (3:30 - 4:15)</a:t>
            </a:r>
            <a:endParaRPr/>
          </a:p>
        </p:txBody>
      </p:sp>
      <p:sp>
        <p:nvSpPr>
          <p:cNvPr id="208452030" name="Sous-titre 2"/>
          <p:cNvSpPr>
            <a:spLocks noAdjustHandles="1" noChangeArrowheads="1" noChangeShapeType="1" noEditPoints="1" noGrp="1" noMove="1" noResize="1" noRot="1"/>
          </p:cNvSpPr>
          <p:nvPr>
            <p:ph type="subTitle" idx="13"/>
          </p:nvPr>
        </p:nvSpPr>
        <p:spPr bwMode="auto"/>
        <p:txBody>
          <a:bodyPr>
            <a:normAutofit lnSpcReduction="10000"/>
          </a:bodyPr>
          <a:lstStyle/>
          <a:p>
            <a:pPr>
              <a:defRPr/>
            </a:pPr>
            <a:r>
              <a:rPr lang="fr-FR"/>
              <a:t>EBIOS RM (5 ateliers) : Couverture des événements redoutés ER-01 (Indisponibilité), ER-02 (Double débit), ER-03 (Détournement AIOps), ER-04 (Auto-DoS).</a:t>
            </a:r>
            <a:endParaRPr/>
          </a:p>
        </p:txBody>
      </p:sp>
      <p:graphicFrame>
        <p:nvGraphicFramePr>
          <p:cNvPr id="760894762" name="Espace réservé du contenu 7"/>
          <p:cNvGraphicFramePr>
            <a:graphicFrameLocks noGrp="1"/>
          </p:cNvGraphicFramePr>
          <p:nvPr>
            <p:ph idx="15"/>
          </p:nvPr>
        </p:nvGraphicFramePr>
        <p:xfrm rot="0">
          <a:off x="429120" y="1840832"/>
          <a:ext cx="5400000" cy="4503702"/>
        </p:xfrm>
        <a:graphic>
          <a:graphicData uri="http://schemas.openxmlformats.org/drawingml/2006/table">
            <a:tbl>
              <a:tblPr firstRow="0" firstCol="0" lastRow="0" lastCol="0" bandRow="0" bandCol="0">
                <a:tableStyleId>{C4B1156A-380E-4F78-BDF5-A606A8083BF9}</a:tableStyleId>
              </a:tblPr>
              <a:tblGrid>
                <a:gridCol w="1800000"/>
                <a:gridCol w="1080000"/>
                <a:gridCol w="2520000"/>
              </a:tblGrid>
              <a:tr h="845858">
                <a:tc>
                  <a:txBody>
                    <a:bodyPr/>
                    <a:p>
                      <a:pPr algn="ctr">
                        <a:buNone/>
                        <a:defRPr/>
                      </a:pPr>
                      <a:r>
                        <a:rPr lang="fr-FR" sz="1200" b="1">
                          <a:solidFill>
                            <a:srgbClr val="261E48"/>
                          </a:solidFill>
                          <a:latin typeface="+mj-lt"/>
                        </a:rPr>
                        <a:t>PCA/PRA honnête : Distinction stricte entre RTO/RPO contractuels et MTTD/MTTR applicatifs mesurés.</a:t>
                      </a:r>
                      <a:endParaRPr/>
                    </a:p>
                  </a:txBody>
                  <a:tcPr marL="40695" marR="40695" marT="20348" marB="20348" anchor="ctr"/>
                </a:tc>
                <a:tc>
                  <a:txBody>
                    <a:bodyPr/>
                    <a:p>
                      <a:pPr algn="ctr">
                        <a:buNone/>
                        <a:defRPr/>
                      </a:pPr>
                      <a:r>
                        <a:rPr lang="fr-FR" sz="1200" b="1">
                          <a:solidFill>
                            <a:srgbClr val="261E48"/>
                          </a:solidFill>
                          <a:latin typeface="+mj-lt"/>
                        </a:rPr>
                        <a:t>Limites explicites : Un redémarrage de conteneur ne couvre ni la panne matérielle du PC Hôte unique (HDV0-INF-P08), ni une corruption DB.</a:t>
                      </a:r>
                      <a:endParaRPr/>
                    </a:p>
                  </a:txBody>
                  <a:tcPr marL="40695" marR="40695" marT="20348" marB="20348" anchor="ctr"/>
                </a:tc>
                <a:tc>
                  <a:txBody>
                    <a:bodyPr/>
                    <a:p>
                      <a:pPr algn="ctr">
                        <a:buNone/>
                        <a:defRPr/>
                      </a:pPr>
                      <a:r>
                        <a:rPr lang="fr-FR" sz="1200" b="1">
                          <a:solidFill>
                            <a:srgbClr val="261E48"/>
                          </a:solidFill>
                          <a:latin typeface="+mj-lt"/>
                        </a:rPr>
                        <a:t>Risques résiduels documentés : SPOF hôte unique (41,46 Go disque libre), CGNAT/botnet distribué sur blocage IP, dérive du modèle ML.</a:t>
                      </a:r>
                      <a:endParaRPr/>
                    </a:p>
                  </a:txBody>
                  <a:tcPr marL="40695" marR="40695" marT="20348" marB="20348" anchor="ctr"/>
                </a:tc>
              </a:tr>
              <a:tr h="845858">
                <a:tc>
                  <a:txBody>
                    <a:bodyPr/>
                    <a:p>
                      <a:pPr>
                        <a:buNone/>
                        <a:defRPr/>
                      </a:pPr>
                      <a:r>
                        <a:rPr lang="fr-FR" sz="105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845858">
                <a:tc>
                  <a:txBody>
                    <a:bodyPr/>
                    <a:p>
                      <a:pPr>
                        <a:buNone/>
                        <a:defRPr/>
                      </a:pPr>
                      <a:r>
                        <a:rPr lang="fr-FR" sz="105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528662">
                <a:tc>
                  <a:txBody>
                    <a:bodyPr/>
                    <a:p>
                      <a:pPr>
                        <a:buNone/>
                        <a:defRPr/>
                      </a:pPr>
                      <a:r>
                        <a:rPr lang="fr-FR" sz="1050">
                          <a:solidFill>
                            <a:srgbClr val="261E48"/>
                          </a:solidFill>
                          <a:latin typeface="+mj-lt"/>
                        </a:rPr>
                        <a:t/>
                      </a:r>
                      <a:r>
                        <a:rPr lang="fr-FR" sz="1050">
                          <a:solidFill>
                            <a:srgbClr val="261E48"/>
                          </a:solidFill>
                          <a:latin typeface="+mj-lt"/>
                        </a:rPr>
                        <a:t/>
                      </a:r>
                      <a:endParaRPr lang="fr-FR" sz="1050">
                        <a:solidFill>
                          <a:srgbClr val="261E48"/>
                        </a:solidFill>
                        <a:latin typeface="+mj-lt"/>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687261">
                <a:tc>
                  <a:txBody>
                    <a:bodyPr/>
                    <a:p>
                      <a:pPr>
                        <a:buNone/>
                        <a:defRPr/>
                      </a:pPr>
                      <a:r>
                        <a:rPr lang="fr-FR" sz="105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687261">
                <a:tc>
                  <a:txBody>
                    <a:bodyPr/>
                    <a:p>
                      <a:pPr>
                        <a:buNone/>
                        <a:defRPr/>
                      </a:pPr>
                      <a:r>
                        <a:rPr lang="fr-FR" sz="105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bl>
          </a:graphicData>
        </a:graphic>
      </p:graphicFrame>
      <p:graphicFrame>
        <p:nvGraphicFramePr>
          <p:cNvPr id="1979128618" name="Espace réservé du contenu 9"/>
          <p:cNvGraphicFramePr>
            <a:graphicFrameLocks noGrp="1"/>
          </p:cNvGraphicFramePr>
          <p:nvPr>
            <p:ph idx="16"/>
          </p:nvPr>
        </p:nvGraphicFramePr>
        <p:xfrm rot="0">
          <a:off x="6362882" y="1840832"/>
          <a:ext cx="5400000" cy="4411922"/>
        </p:xfrm>
        <a:graphic>
          <a:graphicData uri="http://schemas.openxmlformats.org/drawingml/2006/table">
            <a:tbl>
              <a:tblPr firstRow="0" firstCol="0" lastRow="0" lastCol="0" bandRow="0" bandCol="0">
                <a:tableStyleId>{C4B1156A-380E-4F78-BDF5-A606A8083BF9}</a:tableStyleId>
              </a:tblPr>
              <a:tblGrid>
                <a:gridCol w="1800000"/>
                <a:gridCol w="1080000"/>
                <a:gridCol w="2520000"/>
              </a:tblGrid>
              <a:tr h="817022">
                <a:tc>
                  <a:txBody>
                    <a:bodyPr/>
                    <a:p>
                      <a:pPr algn="ctr">
                        <a:buNone/>
                        <a:defRPr/>
                      </a:pPr>
                      <a:r>
                        <a:rPr lang="fr-FR" sz="1200" b="1">
                          <a:solidFill>
                            <a:srgbClr val="261E48"/>
                          </a:solidFill>
                          <a:latin typeface="+mj-lt"/>
                          <a:ea typeface="+mn-ea"/>
                          <a:cs typeface="+mn-cs"/>
                        </a:rPr>
                        <a:t/>
                      </a:r>
                      <a:endParaRPr/>
                    </a:p>
                  </a:txBody>
                  <a:tcPr marL="40695" marR="40695" marT="20348" marB="20348" anchor="ctr"/>
                </a:tc>
                <a:tc>
                  <a:txBody>
                    <a:bodyPr/>
                    <a:p>
                      <a:pPr algn="ctr">
                        <a:buNone/>
                        <a:defRPr/>
                      </a:pPr>
                      <a:r>
                        <a:rPr lang="fr-FR" sz="1200" b="1">
                          <a:solidFill>
                            <a:srgbClr val="261E48"/>
                          </a:solidFill>
                          <a:latin typeface="+mj-lt"/>
                        </a:rPr>
                        <a:t/>
                      </a:r>
                      <a:endParaRPr/>
                    </a:p>
                  </a:txBody>
                  <a:tcPr marL="40695" marR="40695" marT="20348" marB="20348" anchor="ctr"/>
                </a:tc>
                <a:tc>
                  <a:txBody>
                    <a:bodyPr/>
                    <a:p>
                      <a:pPr algn="ctr">
                        <a:buNone/>
                        <a:defRPr/>
                      </a:pPr>
                      <a:r>
                        <a:rPr lang="fr-FR" sz="1200" b="1">
                          <a:solidFill>
                            <a:srgbClr val="261E48"/>
                          </a:solidFill>
                          <a:latin typeface="+mj-lt"/>
                        </a:rPr>
                        <a:t/>
                      </a:r>
                      <a:endParaRPr/>
                    </a:p>
                  </a:txBody>
                  <a:tcPr marL="40695" marR="40695" marT="20348" marB="20348" anchor="ctr"/>
                </a:tc>
              </a:tr>
              <a:tr h="817022">
                <a:tc>
                  <a:txBody>
                    <a:bodyPr/>
                    <a:p>
                      <a:pPr>
                        <a:buNone/>
                        <a:defRPr/>
                      </a:pPr>
                      <a:r>
                        <a:rPr lang="fr-FR" sz="110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817022">
                <a:tc>
                  <a:txBody>
                    <a:bodyPr/>
                    <a:p>
                      <a:pPr>
                        <a:buNone/>
                        <a:defRPr/>
                      </a:pPr>
                      <a:r>
                        <a:rPr lang="fr-FR" sz="110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817022">
                <a:tc>
                  <a:txBody>
                    <a:bodyPr/>
                    <a:p>
                      <a:pPr>
                        <a:buNone/>
                        <a:defRPr/>
                      </a:pPr>
                      <a:r>
                        <a:rPr lang="fr-FR" sz="110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571917">
                <a:tc>
                  <a:txBody>
                    <a:bodyPr/>
                    <a:p>
                      <a:pPr>
                        <a:buNone/>
                        <a:defRPr/>
                      </a:pPr>
                      <a:r>
                        <a:rPr lang="fr-FR" sz="110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r h="571917">
                <a:tc>
                  <a:txBody>
                    <a:bodyPr/>
                    <a:p>
                      <a:pPr>
                        <a:buNone/>
                        <a:defRPr/>
                      </a:pPr>
                      <a:r>
                        <a:rPr lang="fr-FR" sz="1100">
                          <a:solidFill>
                            <a:srgbClr val="261E48"/>
                          </a:solidFill>
                          <a:latin typeface="+mj-lt"/>
                        </a:rPr>
                        <a:t/>
                      </a:r>
                      <a:endParaRPr/>
                    </a:p>
                  </a:txBody>
                  <a:tcPr marL="40695" marR="40695" marT="20348" marB="20348" anchor="ctr"/>
                </a:tc>
                <a:tc>
                  <a:txBody>
                    <a:bodyPr/>
                    <a:p>
                      <a:pPr algn="ctr">
                        <a:buNone/>
                        <a:defRPr/>
                      </a:pPr>
                      <a:r>
                        <a:rPr lang="fr-FR" sz="1100">
                          <a:solidFill>
                            <a:srgbClr val="261E48"/>
                          </a:solidFill>
                          <a:latin typeface="Montserrat"/>
                        </a:rPr>
                        <a:t/>
                      </a:r>
                      <a:endParaRPr/>
                    </a:p>
                  </a:txBody>
                  <a:tcPr marL="40695" marR="40695" marT="20348" marB="20348" anchor="ctr"/>
                </a:tc>
                <a:tc>
                  <a:txBody>
                    <a:bodyPr/>
                    <a:p>
                      <a:pPr>
                        <a:buNone/>
                        <a:defRPr/>
                      </a:pPr>
                      <a:r>
                        <a:rPr lang="fr-FR" sz="1100">
                          <a:solidFill>
                            <a:srgbClr val="261E48"/>
                          </a:solidFill>
                          <a:latin typeface="Montserrat"/>
                        </a:rPr>
                        <a:t/>
                      </a:r>
                      <a:endParaRPr/>
                    </a:p>
                  </a:txBody>
                  <a:tcPr marL="40695" marR="40695" marT="20348" marB="20348" anchor="ctr"/>
                </a:tc>
              </a:tr>
            </a:tbl>
          </a:graphicData>
        </a:graphic>
      </p:graphicFrame>
      <p:sp>
        <p:nvSpPr>
          <p:cNvPr id="534736572"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
            </a:fld>
            <a:endParaRPr lang="fr-FR"/>
          </a:p>
        </p:txBody>
      </p:sp>
    </p:spTree>
  </p:cSld>
  <p:clrMapOvr>
    <a:masterClrMapping/>
  </p:clrMapOvr>
  <ns2:AlternateContent>
    <ns2:Choice Requires="p159">
      <p:transition ns3:dur="500" advClick="1"/>
    </ns2:Choice>
    <ns2:Fallback>
      <p:transition advClick="1"/>
    </ns2:Fallback>
  </ns2:AlternateContent>
</p:sld>
</file>

<file path=ppt/slides/slide7.xml><?xml version="1.0" encoding="utf-8"?>
<p:sld xmlns:a="http://schemas.openxmlformats.org/drawingml/2006/main" xmlns:ns2="http://schemas.openxmlformats.org/markup-compatibility/2006" xmlns:ns3="http://schemas.microsoft.com/office/powerpoint/2010/main" xmlns:p="http://schemas.openxmlformats.org/presentationml/2006/main" showMasterPhAnim="0" showMasterSp="1" show="1">
  <p:cSld name="">
    <p:spTree>
      <p:nvGrpSpPr>
        <p:cNvPr id="1" name=""/>
        <p:cNvGrpSpPr/>
        <p:nvPr/>
      </p:nvGrpSpPr>
      <p:grpSpPr bwMode="auto">
        <a:xfrm>
          <a:off x="0" y="0"/>
          <a:ext cx="0" cy="0"/>
          <a:chOff x="0" y="0"/>
          <a:chExt cx="0" cy="0"/>
        </a:xfrm>
      </p:grpSpPr>
      <p:sp>
        <p:nvSpPr>
          <p:cNvPr id="1245709390" name="Titre 1"/>
          <p:cNvSpPr>
            <a:spLocks noAdjustHandles="1" noChangeArrowheads="1" noChangeShapeType="1" noEditPoints="1" noGrp="1" noMove="1" noResize="1" noRot="1"/>
          </p:cNvSpPr>
          <p:nvPr>
            <p:ph type="ctrTitle"/>
          </p:nvPr>
        </p:nvSpPr>
        <p:spPr bwMode="auto"/>
        <p:txBody>
          <a:bodyPr/>
          <a:lstStyle/>
          <a:p>
            <a:pPr algn="ctr">
              <a:defRPr/>
            </a:pPr>
            <a:r>
              <a:rPr lang="fr-FR"/>
              <a:t>6. Conformité Réglementaire DORA / NIS2 &amp; Arbitrages COMEX (4:15 - 5:00)</a:t>
            </a:r>
            <a:endParaRPr/>
          </a:p>
        </p:txBody>
      </p:sp>
      <p:sp>
        <p:nvSpPr>
          <p:cNvPr id="219908772" name="Sous-titre 2"/>
          <p:cNvSpPr>
            <a:spLocks noAdjustHandles="1" noChangeArrowheads="1" noChangeShapeType="1" noEditPoints="1" noGrp="1" noMove="1" noResize="1" noRot="1"/>
          </p:cNvSpPr>
          <p:nvPr>
            <p:ph type="subTitle" idx="1"/>
          </p:nvPr>
        </p:nvSpPr>
        <p:spPr bwMode="auto"/>
        <p:txBody>
          <a:bodyPr/>
          <a:lstStyle/>
          <a:p>
            <a:pPr>
              <a:defRPr/>
            </a:pPr>
            <a:r>
              <a:rPr lang="fr-FR"/>
              <a:t>DORA (Règlement UE 2022/2554) &amp; NIS2 (Directive UE 2022/2555) : Distinction entre preuves techniques du prototype et obligations juridiques.</a:t>
            </a:r>
            <a:endParaRPr/>
          </a:p>
        </p:txBody>
      </p:sp>
      <p:sp>
        <p:nvSpPr>
          <p:cNvPr id="1020992158" name="Espace réservé du numéro de diapositive 3"/>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Feuille de route J+30 : KMS/Vault externe pour les clés SOPS, mTLS sur control_net, export immuable WORM du journal d'audit SHA-256.</a:t>
            </a:fld>
            <a:endParaRPr lang="fr-FR"/>
          </a:p>
        </p:txBody>
      </p:sp>
    </p:spTree>
  </p:cSld>
  <p:clrMapOvr>
    <a:masterClrMapping/>
  </p:clrMapOvr>
  <ns2:AlternateContent>
    <ns2:Choice Requires="p159">
      <p:transition ns3:dur="500" advClick="1"/>
    </ns2:Choice>
    <ns2:Fallback>
      <p:transition advClick="1"/>
    </ns2:Fallback>
  </ns2: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ersonnalisé 1">
      <a:majorFont>
        <a:latin typeface="Montserrat Bold"/>
        <a:ea typeface=""/>
        <a:cs typeface=""/>
      </a:majorFont>
      <a:minorFont>
        <a:latin typeface="Aptos"/>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3.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13F0084B24AA74087E0D5FB9F267B1F" ma:contentTypeVersion="16" ma:contentTypeDescription="Crée un document." ma:contentTypeScope="" ma:versionID="2ac75a28b3010b5a27d92b95b97488e5">
  <xsd:schema xmlns:xsd="http://www.w3.org/2001/XMLSchema" xmlns:xs="http://www.w3.org/2001/XMLSchema" xmlns:p="http://schemas.microsoft.com/office/2006/metadata/properties" xmlns:ns2="40db4c2f-5dfe-4423-b7fa-968caa59f9fe" xmlns:ns3="94eab51b-fcae-4bce-a35e-bdc099b66db8" targetNamespace="http://schemas.microsoft.com/office/2006/metadata/properties" ma:root="true" ma:fieldsID="d2a5da541a69ca39a5d72e2beeae0901" ns2:_="" ns3:_="">
    <xsd:import namespace="40db4c2f-5dfe-4423-b7fa-968caa59f9fe"/>
    <xsd:import namespace="94eab51b-fcae-4bce-a35e-bdc099b66db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db4c2f-5dfe-4423-b7fa-968caa59f9fe"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16" nillable="true" ma:displayName="Taxonomy Catch All Column" ma:hidden="true" ma:list="{daaea374-6cc6-4ade-87c3-604972e7ecff}" ma:internalName="TaxCatchAll" ma:showField="CatchAllData" ma:web="40db4c2f-5dfe-4423-b7fa-968caa59f9f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eab51b-fcae-4bce-a35e-bdc099b66db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73ec7504-3861-4c39-9b6d-002a7ae0acd0"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0db4c2f-5dfe-4423-b7fa-968caa59f9fe" xsi:nil="true"/>
    <lcf76f155ced4ddcb4097134ff3c332f xmlns="94eab51b-fcae-4bce-a35e-bdc099b66db8">
      <Terms xmlns="http://schemas.microsoft.com/office/infopath/2007/PartnerControls"/>
    </lcf76f155ced4ddcb4097134ff3c332f>
    <SharedWithUsers xmlns="40db4c2f-5dfe-4423-b7fa-968caa59f9fe">
      <UserInfo>
        <DisplayName/>
        <AccountId xsi:nil="true"/>
        <AccountType/>
      </UserInfo>
    </SharedWithUsers>
  </documentManagement>
</p:properties>
</file>

<file path=customXml/itemProps1.xml><?xml version="1.0" encoding="utf-8"?>
<ds:datastoreItem xmlns:ds="http://schemas.openxmlformats.org/officeDocument/2006/customXml" ds:itemID="9837D655-62B0-4CEB-91FB-A72FEBF8F165">
  <ds:schemaRefs>
    <ds:schemaRef ds:uri="http://schemas.microsoft.com/sharepoint/v3/contenttype/forms"/>
  </ds:schemaRefs>
</ds:datastoreItem>
</file>

<file path=customXml/itemProps2.xml><?xml version="1.0" encoding="utf-8"?>
<ds:datastoreItem xmlns:ds="http://schemas.openxmlformats.org/officeDocument/2006/customXml" ds:itemID="00334F52-FB19-49F1-94B9-DE8F4775F4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0db4c2f-5dfe-4423-b7fa-968caa59f9fe"/>
    <ds:schemaRef ds:uri="94eab51b-fcae-4bce-a35e-bdc099b66d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 ds:uri="http://www.w3.org/2001/XMLSchema-instance"/>
  </ds:schemaRefs>
</ds:datastoreItem>
</file>

<file path=customXml/itemProps3.xml><?xml version="1.0" encoding="utf-8"?>
<ds:datastoreItem xmlns:ds="http://schemas.openxmlformats.org/officeDocument/2006/customXml" ds:itemID="71C66B1F-ADA7-498F-9326-33CCE7A44AD1">
  <ds:schemaRefs>
    <ds:schemaRef ds:uri="http://schemas.microsoft.com/office/infopath/2007/PartnerControls"/>
    <ds:schemaRef ds:uri="http://purl.org/dc/elements/1.1/"/>
    <ds:schemaRef ds:uri="http://purl.org/dc/dcmitype/"/>
    <ds:schemaRef ds:uri="40db4c2f-5dfe-4423-b7fa-968caa59f9fe"/>
    <ds:schemaRef ds:uri="http://schemas.openxmlformats.org/package/2006/metadata/core-properties"/>
    <ds:schemaRef ds:uri="http://schemas.microsoft.com/office/2006/documentManagement/types"/>
    <ds:schemaRef ds:uri="http://purl.org/dc/terms/"/>
    <ds:schemaRef ds:uri="94eab51b-fcae-4bce-a35e-bdc099b66db8"/>
    <ds:schemaRef ds:uri="http://schemas.microsoft.com/office/2006/metadata/properties"/>
    <ds:schemaRef ds:uri="http://www.w3.org/XML/1998/namespace"/>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MODELE_PPTX_2627_WORKSHOP_COACH 1</Template>
  <TotalTime>0</TotalTime>
  <Words>0</Words>
  <Application>ONLYOFFICE/10.0.0.169</Application>
  <PresentationFormat>On-screen Show (4:3)</PresentationFormat>
  <Paragraphs>0</Paragraphs>
  <Slides>7</Slides>
  <Notes>7</Notes>
  <HiddenSlides>0</HiddenSlides>
  <MMClips>2</MMClips>
  <ScaleCrop>0</ScaleCrop>
  <HeadingPairs>
    <vt:vector size="4" baseType="variant">
      <vt:variant>
        <vt:lpstr>Theme</vt:lpstr>
      </vt:variant>
      <vt:variant>
        <vt:i4>1</vt:i4>
      </vt:variant>
      <vt:variant>
        <vt:lpstr>Slide Titles</vt:lpstr>
      </vt:variant>
      <vt:variant>
        <vt:i4>7</vt:i4>
      </vt:variant>
    </vt:vector>
  </HeadingPairs>
  <TitlesOfParts>
    <vt:vector size="8" baseType="lpstr">
      <vt:lpstr>Theme 1</vt:lpstr>
      <vt:lpstr>Slide 1</vt:lpstr>
      <vt:lpstr>Slide 2</vt:lpstr>
      <vt:lpstr>Slide 3</vt:lpstr>
      <vt:lpstr>Slide 4</vt:lpstr>
      <vt:lpstr>Slide 5</vt:lpstr>
      <vt:lpstr>Slide 6</vt:lpstr>
      <vt:lpstr>Slide 7</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Julien COMBLEZ</dc:creator>
  <cp:lastModifiedBy/>
  <cp:revision>4</cp:revision>
  <dcterms:created xsi:type="dcterms:W3CDTF">2026-10-13T07:46:09Z</dcterms:created>
  <dcterms:modified xsi:type="dcterms:W3CDTF">2026-10-19T06:26:47Z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0x010100D13F0084B24AA74087E0D5FB9F267B1F</vt:lpwstr>
  </property>
  <property fmtid="{D5CDD505-2E9C-101B-9397-08002B2CF9AE}" pid="3" name="MediaServiceImageTags">
    <vt:lpwstr/>
  </property>
  <property fmtid="{D5CDD505-2E9C-101B-9397-08002B2CF9AE}" pid="4" name="Order">
    <vt:r8>142000.000000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