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&amp; Architecture Microservices Confinée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Confinement strict : Aucun socket Docker dans l'API, le front ou le RAG ; seul executor agit sur control_net via ordres signés HMAC.</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10.3 s | MTTR = 0.2 s | Séquence complète = 11.3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