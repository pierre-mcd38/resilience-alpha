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Default Extension="svg" ContentType="image/svg+xml"/>
  <Override PartName="/customXml/itemProps1.xml" ContentType="application/vnd.openxmlformats-officedocument.customXmlProperties+xml"/>
  <Override PartName="/ppt/slideLayouts/slideLayout8.xml" ContentType="application/vnd.openxmlformats-officedocument.presentationml.slideLayout+xml"/>
  <Override PartName="/customXml/itemProps2.xml" ContentType="application/vnd.openxmlformats-officedocument.customXmlProperties+xml"/>
  <Override PartName="/ppt/presentation.xml" ContentType="application/vnd.openxmlformats-officedocument.presentationml.presentation.main+xml"/>
  <Override PartName="/ppt/slideLayouts/slideLayout9.xml" ContentType="application/vnd.openxmlformats-officedocument.presentationml.slideLayout+xml"/>
  <Override PartName="/customXml/itemProps3.xml" ContentType="application/vnd.openxmlformats-officedocument.customXmlProperties+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4"/>
  </p:sldMasterIdLst>
  <p:notesMasterIdLst>
    <p:notesMasterId r:id="rId15"/>
  </p:notesMasterIdLst>
  <p:handoutMasterIdLst>
    <p:handoutMasterId r:id="rId16"/>
  </p:handoutMasterIdLst>
  <p:sldIdLst>
    <p:sldId id="256" r:id="rId8"/>
    <p:sldId id="257" r:id="rId9"/>
    <p:sldId id="258" r:id="rId10"/>
    <p:sldId id="259" r:id="rId11"/>
    <p:sldId id="260" r:id="rId12"/>
    <p:sldId id="261" r:id="rId13"/>
    <p:sldId id="262" r:id="rId14"/>
  </p:sldIdLst>
  <p:sldSz cx="12192000" cy="6858000"/>
  <p:notesSz cx="6858000" cy="9144000"/>
  <p:custDataLst>
    <p:custData r:id="rId1"/>
    <p:custData r:id="rId2"/>
    <p:custData r:id="rId3"/>
  </p:custDataLst>
  <p:defaultText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C4B1156A-380E-4F78-BDF5-A606A8083BF9}">
  <a:tblStyle styleId="{C4B1156A-380E-4F78-BDF5-A606A8083BF9}" styleName="Style moyen 4 - Accentuation 4">
    <a:wholeTbl>
      <a:tcTxStyle>
        <a:fontRef idx="minor">
          <a:srgbClr val="000000"/>
        </a:fontRef>
        <a:schemeClr val="dk1"/>
      </a:tcTxStyle>
      <a:tcStyle>
        <a:tcBdr>
          <a:left>
            <a:ln w="12700">
              <a:solidFill>
                <a:schemeClr val="accent4"/>
              </a:solidFill>
            </a:ln>
          </a:left>
          <a:right>
            <a:ln w="12700">
              <a:solidFill>
                <a:schemeClr val="accent4"/>
              </a:solidFill>
            </a:ln>
          </a:right>
          <a:top>
            <a:ln w="12700">
              <a:solidFill>
                <a:schemeClr val="accent4"/>
              </a:solidFill>
            </a:ln>
          </a:top>
          <a:bottom>
            <a:ln w="12700">
              <a:solidFill>
                <a:schemeClr val="accent4"/>
              </a:solidFill>
            </a:ln>
          </a:bottom>
          <a:insideH>
            <a:ln w="12700">
              <a:solidFill>
                <a:schemeClr val="accent4"/>
              </a:solidFill>
            </a:ln>
          </a:insideH>
          <a:insideV>
            <a:ln w="12700">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fill>
          <a:solidFill>
            <a:schemeClr val="accent4">
              <a:tint val="40000"/>
            </a:schemeClr>
          </a:solidFill>
        </a:fill>
      </a:tcStyle>
    </a:band2V>
    <a:lastCol>
      <a:tcStyle>
        <a:tcBdr/>
      </a:tcStyle>
    </a:lastCol>
    <a:firstCol>
      <a:tcStyle>
        <a:tcBdr/>
      </a:tcStyle>
    </a:firstCol>
    <a:lastRow>
      <a:tcStyle>
        <a:tcBdr>
          <a:top>
            <a:ln w="25400">
              <a:solidFill>
                <a:schemeClr val="accent4"/>
              </a:solidFill>
            </a:ln>
          </a:top>
        </a:tcBdr>
        <a:fill>
          <a:solidFill>
            <a:schemeClr val="accent4">
              <a:tint val="20000"/>
            </a:schemeClr>
          </a:solidFill>
        </a:fill>
      </a:tcStyle>
    </a:lastRow>
    <a:seCell>
      <a:tcStyle>
        <a:tcBdr/>
      </a:tcStyle>
    </a:seCell>
    <a:swCell>
      <a:tcStyle>
        <a:tcBdr/>
      </a:tcStyle>
    </a:swCell>
    <a:firstRow>
      <a:tcStyle>
        <a:tcBdr/>
        <a:fill>
          <a:solidFill>
            <a:schemeClr val="accent4">
              <a:tint val="20000"/>
            </a:schemeClr>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73" d="100"/>
          <a:sy n="73" d="100"/>
        </p:scale>
        <p:origin x="1044" y="7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theme" Target="theme/theme1.xml"/><Relationship Id="rId6" Type="http://schemas.openxmlformats.org/officeDocument/2006/relationships/theme" Target="theme/theme2.xml"/><Relationship Id="rId7" Type="http://schemas.openxmlformats.org/officeDocument/2006/relationships/theme" Target="theme/them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notesMaster" Target="notesMasters/notesMaster1.xml"/><Relationship Id="rId16" Type="http://schemas.openxmlformats.org/officeDocument/2006/relationships/handoutMaster" Target="handoutMasters/handout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handoutMasters/_rels/handoutMaster1.xml.rels><?xml version="1.0" encoding="UTF-8" standalone="yes"?><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899846630"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1364382677" name="Espace réservé de la date 2"/>
          <p:cNvSpPr>
            <a:spLocks noGrp="1"/>
          </p:cNvSpPr>
          <p:nvPr>
            <p:ph type="dt" sz="quarter"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08AC4C70-9B7A-4B3F-9B62-61FBD47E5BD0}" type="datetimeFigureOut">
              <a:rPr lang="fr-FR"/>
              <a:t>15/10/2026</a:t>
            </a:fld>
            <a:endParaRPr lang="fr-FR"/>
          </a:p>
        </p:txBody>
      </p:sp>
      <p:sp>
        <p:nvSpPr>
          <p:cNvPr id="998735165" name="Espace réservé du pied de page 3"/>
          <p:cNvSpPr>
            <a:spLocks noGrp="1"/>
          </p:cNvSpPr>
          <p:nvPr>
            <p:ph type="ftr" sz="quarter" idx="2"/>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249747210" name="Espace réservé du numéro de diapositive 4"/>
          <p:cNvSpPr>
            <a:spLocks noGrp="1"/>
          </p:cNvSpPr>
          <p:nvPr>
            <p:ph type="sldNum" sz="quarter" idx="3"/>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D2F4700-86E5-48CF-AACB-A94BF9A4CF7F}" type="slidenum">
              <a:rPr lang="fr-FR"/>
              <a:t>‹N°›</a:t>
            </a:fld>
            <a:endParaRPr lang="fr-F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505584718" name="Espace réservé de l'en-tête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fr-FR"/>
          </a:p>
        </p:txBody>
      </p:sp>
      <p:sp>
        <p:nvSpPr>
          <p:cNvPr id="246142440" name="Espace réservé de la date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1D025CC-95B5-47C0-BA18-1C8B2CE9C773}" type="datetimeFigureOut">
              <a:rPr lang="fr-FR"/>
              <a:t>15/10/2026</a:t>
            </a:fld>
            <a:endParaRPr lang="fr-FR"/>
          </a:p>
        </p:txBody>
      </p:sp>
      <p:sp>
        <p:nvSpPr>
          <p:cNvPr id="653716199" name="Espace réservé de l'image des diapositives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fr-FR"/>
          </a:p>
        </p:txBody>
      </p:sp>
      <p:sp>
        <p:nvSpPr>
          <p:cNvPr id="585465735" name="Espace réservé des notes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596229644" name="Espace réservé du pied de page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fr-FR"/>
          </a:p>
        </p:txBody>
      </p:sp>
      <p:sp>
        <p:nvSpPr>
          <p:cNvPr id="689286642" name="Espace réservé du numéro de diapositive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DDBD58F5-C3B3-45EB-82E3-9E3FE22C63C1}" type="slidenum">
              <a:rPr lang="fr-FR"/>
              <a:t>‹N°›</a:t>
            </a:fld>
            <a:endParaRPr lang="fr-FR"/>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6824562" name="Espace réservé de l'image des diapositives 1"/>
          <p:cNvSpPr>
            <a:spLocks noChangeAspect="1" noGrp="1" noRot="1"/>
          </p:cNvSpPr>
          <p:nvPr>
            <p:ph type="sldImg"/>
          </p:nvPr>
        </p:nvSpPr>
        <p:spPr bwMode="auto"/>
      </p:sp>
      <p:sp>
        <p:nvSpPr>
          <p:cNvPr id="1599301613" name="Espace réservé des notes 2"/>
          <p:cNvSpPr>
            <a:spLocks noGrp="1"/>
          </p:cNvSpPr>
          <p:nvPr>
            <p:ph type="body" idx="1"/>
          </p:nvPr>
        </p:nvSpPr>
        <p:spPr bwMode="auto"/>
        <p:txBody>
          <a:bodyPr/>
          <a:lstStyle/>
          <a:p>
            <a:pPr>
              <a:defRPr/>
            </a:pPr>
            <a:r>
              <a:rPr lang="fr-FR"/>
              <a:t>Votre phrase doit créer une tension ou une question, jamais un résumé du sujet. Évitez le jargon technique à ce stade — l'objectif est de capter l'attention, pas d'expliquer. Une seule phrase suffit ; si vous en avez besoin de plusieurs, c'est probablement encore un résumé déguisé. Associez une illustration qui installe l'ambiance sans dévoiler le défi technique (gardez la surprise pour la slide suivante)</a:t>
            </a:r>
            <a:endParaRPr/>
          </a:p>
        </p:txBody>
      </p:sp>
      <p:sp>
        <p:nvSpPr>
          <p:cNvPr id="1808231250" name="Espace réservé du numéro de diapositive 3"/>
          <p:cNvSpPr>
            <a:spLocks noGrp="1"/>
          </p:cNvSpPr>
          <p:nvPr>
            <p:ph type="sldNum" sz="quarter" idx="5"/>
          </p:nvPr>
        </p:nvSpPr>
        <p:spPr bwMode="auto"/>
        <p:txBody>
          <a:bodyPr/>
          <a:lstStyle/>
          <a:p>
            <a:pPr>
              <a:defRPr/>
            </a:pPr>
            <a:fld id="{DDBD58F5-C3B3-45EB-82E3-9E3FE22C63C1}" type="slidenum">
              <a:rPr lang="fr-FR"/>
              <a:t>2</a:t>
            </a:fld>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389383043" name="Espace réservé de l'image des diapositives 1"/>
          <p:cNvSpPr>
            <a:spLocks noChangeAspect="1" noGrp="1" noRot="1"/>
          </p:cNvSpPr>
          <p:nvPr>
            <p:ph type="sldImg"/>
          </p:nvPr>
        </p:nvSpPr>
        <p:spPr bwMode="auto"/>
      </p:sp>
      <p:sp>
        <p:nvSpPr>
          <p:cNvPr id="1068067539" name="Espace réservé des notes 2"/>
          <p:cNvSpPr>
            <a:spLocks noGrp="1"/>
          </p:cNvSpPr>
          <p:nvPr>
            <p:ph type="body" idx="1"/>
          </p:nvPr>
        </p:nvSpPr>
        <p:spPr bwMode="auto"/>
        <p:txBody>
          <a:bodyPr/>
          <a:lstStyle/>
          <a:p>
            <a:pPr>
              <a:defRPr/>
            </a:pPr>
            <a:r>
              <a:rPr lang="fr-FR"/>
              <a:t>Partie A (contexte) : 2-3 phrases maximum. Plantez le décor/l'univers du workshop sans reformuler le sujet — juste de quoi donner l'ambiance. Partie B (le défi) : un schéma unique qui montre la contrainte centrale du workshop. Pas de texte long ici : si le schéma a besoin d'être expliqué en détail, il n'est pas assez clair. Le détail complet reste dans le sujet distribué.</a:t>
            </a:r>
            <a:endParaRPr/>
          </a:p>
        </p:txBody>
      </p:sp>
      <p:sp>
        <p:nvSpPr>
          <p:cNvPr id="180099975" name="Espace réservé du numéro de diapositive 3"/>
          <p:cNvSpPr>
            <a:spLocks noGrp="1"/>
          </p:cNvSpPr>
          <p:nvPr>
            <p:ph type="sldNum" sz="quarter" idx="5"/>
          </p:nvPr>
        </p:nvSpPr>
        <p:spPr bwMode="auto"/>
        <p:txBody>
          <a:bodyPr/>
          <a:lstStyle/>
          <a:p>
            <a:pPr>
              <a:defRPr/>
            </a:pPr>
            <a:fld id="{DDBD58F5-C3B3-45EB-82E3-9E3FE22C63C1}" type="slidenum">
              <a:rPr lang="fr-FR"/>
              <a:t>3</a:t>
            </a:fld>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07136729" name="Espace réservé de l'image des diapositives 3"/>
          <p:cNvSpPr>
            <a:spLocks noChangeAspect="1" noGrp="1" noRot="1"/>
          </p:cNvSpPr>
          <p:nvPr>
            <p:ph type="sldImg" idx="2"/>
          </p:nvPr>
        </p:nvSpPr>
        <p:spPr bwMode="auto">
          <a:prstGeom prst="rect">
            <a:avLst/>
          </a:prstGeom>
          <a:noFill/>
          <a:ln w="12700">
            <a:solidFill>
              <a:prstClr val="black"/>
            </a:solidFill>
          </a:ln>
        </p:spPr>
        <p:txBody>
          <a:bodyPr/>
          <a:lstStyle/>
          <a:p>
            <a:pPr>
              <a:defRPr/>
            </a:pPr>
            <a:endParaRPr/>
          </a:p>
        </p:txBody>
      </p:sp>
      <p:sp>
        <p:nvSpPr>
          <p:cNvPr id="1117476206" name="Espace réservé des notes 4"/>
          <p:cNvSpPr>
            <a:spLocks noGrp="1"/>
          </p:cNvSpPr>
          <p:nvPr>
            <p:ph type="body" sz="quarter" idx="3"/>
          </p:nvPr>
        </p:nvSpPr>
        <p:spPr bwMode="auto">
          <a:prstGeom prst="rect">
            <a:avLst/>
          </a:prstGeom>
        </p:spPr>
        <p:txBody>
          <a:bodyPr/>
          <a:lstStyle/>
          <a:p>
            <a:pPr>
              <a:defRPr/>
            </a:pPr>
            <a:endParaRPr/>
          </a:p>
        </p:txBody>
      </p:sp>
      <p:sp>
        <p:nvSpPr>
          <p:cNvPr id="446158961" name="Espace réservé du numéro de diapositive 6"/>
          <p:cNvSpPr>
            <a:spLocks noGrp="1"/>
          </p:cNvSpPr>
          <p:nvPr>
            <p:ph type="sldNum" sz="quarter" idx="5"/>
          </p:nvPr>
        </p:nvSpPr>
        <p:spPr bwMode="auto">
          <a:prstGeom prst="rect">
            <a:avLst/>
          </a:prstGeom>
        </p:spPr>
        <p:txBody>
          <a:bodyPr/>
          <a:lstStyle/>
          <a:p>
            <a:pPr>
              <a:defRPr/>
            </a:pPr>
            <a:fld id="{A0A06A7F-9470-C70E-E187-771CBDF5D050}" type="slidenum">
              <a:rPr lang="fr-FR"/>
              <a:t>‹N°›</a:t>
            </a:fld>
            <a:endParaRPr lang="fr-F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795308428" name="Espace réservé de l'image des diapositives 1"/>
          <p:cNvSpPr>
            <a:spLocks noChangeAspect="1" noGrp="1" noRot="1"/>
          </p:cNvSpPr>
          <p:nvPr>
            <p:ph type="sldImg"/>
          </p:nvPr>
        </p:nvSpPr>
        <p:spPr bwMode="auto"/>
      </p:sp>
      <p:sp>
        <p:nvSpPr>
          <p:cNvPr id="1416386742" name="Espace réservé des notes 2"/>
          <p:cNvSpPr>
            <a:spLocks noGrp="1"/>
          </p:cNvSpPr>
          <p:nvPr>
            <p:ph type="body" idx="1"/>
          </p:nvPr>
        </p:nvSpPr>
        <p:spPr bwMode="auto"/>
        <p:txBody>
          <a:bodyPr/>
          <a:lstStyle/>
          <a:p>
            <a:pPr>
              <a:defRPr/>
            </a:pPr>
            <a:r>
              <a:rPr lang="fr-FR"/>
              <a:t>Renseignez 2-3 jalons clés par jour maximum — pas le détail heure par heure, juste de quoi se projeter dans la semaine. L'encart en bas de slide reprend les rappels administratifs de votre campus (émargement, propreté des locaux, retards) : gardez un ton informatif et léger, pas un ton de mise en garde — on est encore dans l'énergie de lancement.</a:t>
            </a:r>
            <a:endParaRPr/>
          </a:p>
        </p:txBody>
      </p:sp>
      <p:sp>
        <p:nvSpPr>
          <p:cNvPr id="1969749207" name="Espace réservé du numéro de diapositive 3"/>
          <p:cNvSpPr>
            <a:spLocks noGrp="1"/>
          </p:cNvSpPr>
          <p:nvPr>
            <p:ph type="sldNum" sz="quarter" idx="5"/>
          </p:nvPr>
        </p:nvSpPr>
        <p:spPr bwMode="auto"/>
        <p:txBody>
          <a:bodyPr/>
          <a:lstStyle/>
          <a:p>
            <a:pPr>
              <a:defRPr/>
            </a:pPr>
            <a:fld id="{DDBD58F5-C3B3-45EB-82E3-9E3FE22C63C1}" type="slidenum">
              <a:rPr lang="fr-FR"/>
              <a:t>5</a:t>
            </a:fld>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746900930" name="Espace réservé de l'image des diapositives 1"/>
          <p:cNvSpPr>
            <a:spLocks noChangeAspect="1" noGrp="1" noRot="1"/>
          </p:cNvSpPr>
          <p:nvPr>
            <p:ph type="sldImg"/>
          </p:nvPr>
        </p:nvSpPr>
        <p:spPr bwMode="auto"/>
      </p:sp>
      <p:sp>
        <p:nvSpPr>
          <p:cNvPr id="1547442256" name="Espace réservé des notes 2"/>
          <p:cNvSpPr>
            <a:spLocks noGrp="1"/>
          </p:cNvSpPr>
          <p:nvPr>
            <p:ph type="body" idx="1"/>
          </p:nvPr>
        </p:nvSpPr>
        <p:spPr bwMode="auto"/>
        <p:txBody>
          <a:bodyPr/>
          <a:lstStyle/>
          <a:p>
            <a:pPr>
              <a:defRPr/>
            </a:pPr>
            <a:r>
              <a:rPr lang="fr-FR"/>
              <a:t>Une checklist visuelle des types de livrables attendus (rapport, vidéo, code, etc.) — pas les noms de fichiers exacts ni les formats précis, qui restent dans le sujet. Utilisez des icônes plutôt que du texte quand c'est possible.</a:t>
            </a:r>
            <a:endParaRPr/>
          </a:p>
        </p:txBody>
      </p:sp>
      <p:sp>
        <p:nvSpPr>
          <p:cNvPr id="1241235151" name="Espace réservé du numéro de diapositive 3"/>
          <p:cNvSpPr>
            <a:spLocks noGrp="1"/>
          </p:cNvSpPr>
          <p:nvPr>
            <p:ph type="sldNum" sz="quarter" idx="5"/>
          </p:nvPr>
        </p:nvSpPr>
        <p:spPr bwMode="auto"/>
        <p:txBody>
          <a:bodyPr/>
          <a:lstStyle/>
          <a:p>
            <a:pPr>
              <a:defRPr/>
            </a:pPr>
            <a:fld id="{DDBD58F5-C3B3-45EB-82E3-9E3FE22C63C1}" type="slidenum">
              <a:rPr lang="fr-FR"/>
              <a:t>6</a:t>
            </a:fld>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883022829" name="Espace réservé de l'image des diapositives 1"/>
          <p:cNvSpPr>
            <a:spLocks noChangeAspect="1" noGrp="1" noRot="1"/>
          </p:cNvSpPr>
          <p:nvPr>
            <p:ph type="sldImg"/>
          </p:nvPr>
        </p:nvSpPr>
        <p:spPr bwMode="auto"/>
      </p:sp>
      <p:sp>
        <p:nvSpPr>
          <p:cNvPr id="376479229" name="Espace réservé des notes 2"/>
          <p:cNvSpPr>
            <a:spLocks noGrp="1"/>
          </p:cNvSpPr>
          <p:nvPr>
            <p:ph type="body" idx="1"/>
          </p:nvPr>
        </p:nvSpPr>
        <p:spPr bwMode="auto"/>
        <p:txBody>
          <a:bodyPr/>
          <a:lstStyle/>
          <a:p>
            <a:pPr>
              <a:defRPr/>
            </a:pPr>
            <a:r>
              <a:rPr lang="fr-FR"/>
              <a:t>Montrez les deux grilles (locale et nationale) rapidement, comme un aperçu — "voici à quoi ça ressemble" — sans détailler chaque critère ou chaque point à l'oral. Le détail complet est dans le sujet ; l'objectif ici est la transparence, pas un cours de notation. Comptez 30 secondes maximum sur cette slide.</a:t>
            </a:r>
            <a:endParaRPr/>
          </a:p>
        </p:txBody>
      </p:sp>
      <p:sp>
        <p:nvSpPr>
          <p:cNvPr id="71491210" name="Espace réservé du numéro de diapositive 3"/>
          <p:cNvSpPr>
            <a:spLocks noGrp="1"/>
          </p:cNvSpPr>
          <p:nvPr>
            <p:ph type="sldNum" sz="quarter" idx="5"/>
          </p:nvPr>
        </p:nvSpPr>
        <p:spPr bwMode="auto"/>
        <p:txBody>
          <a:bodyPr/>
          <a:lstStyle/>
          <a:p>
            <a:pPr>
              <a:defRPr/>
            </a:pPr>
            <a:fld id="{DDBD58F5-C3B3-45EB-82E3-9E3FE22C63C1}" type="slidenum">
              <a:rPr lang="fr-FR"/>
              <a:t>7</a:t>
            </a:fld>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Sp="1">
  <p:cSld name="">
    <p:spTree>
      <p:nvGrpSpPr>
        <p:cNvPr id="1" name=""/>
        <p:cNvGrpSpPr/>
        <p:nvPr/>
      </p:nvGrpSpPr>
      <p:grpSpPr bwMode="auto">
        <a:xfrm>
          <a:off x="0" y="0"/>
          <a:ext cx="0" cy="0"/>
          <a:chOff x="0" y="0"/>
          <a:chExt cx="0" cy="0"/>
        </a:xfrm>
      </p:grpSpPr>
      <p:sp>
        <p:nvSpPr>
          <p:cNvPr id="1025483269" name="Espace réservé de l'image des diapositives 1"/>
          <p:cNvSpPr>
            <a:spLocks noChangeAspect="1" noGrp="1" noRot="1"/>
          </p:cNvSpPr>
          <p:nvPr>
            <p:ph type="sldImg"/>
          </p:nvPr>
        </p:nvSpPr>
        <p:spPr bwMode="auto"/>
      </p:sp>
      <p:sp>
        <p:nvSpPr>
          <p:cNvPr id="1747370556" name="Espace réservé des notes 2"/>
          <p:cNvSpPr>
            <a:spLocks noGrp="1"/>
          </p:cNvSpPr>
          <p:nvPr>
            <p:ph type="body" idx="1"/>
          </p:nvPr>
        </p:nvSpPr>
        <p:spPr bwMode="auto"/>
        <p:txBody>
          <a:bodyPr/>
          <a:lstStyle/>
          <a:p>
            <a:pPr>
              <a:defRPr/>
            </a:pPr>
            <a:r>
              <a:rPr lang="fr-FR"/>
              <a:t>Message de clôture motivant uniquement. N'ajoutez aucune information logistique ou administrative ici (elle est déjà dans le planning) — cette slide doit rester 100% énergie positive avant de lâcher les équipes en autonomie.</a:t>
            </a:r>
            <a:endParaRPr/>
          </a:p>
        </p:txBody>
      </p:sp>
      <p:sp>
        <p:nvSpPr>
          <p:cNvPr id="285851345" name="Espace réservé du numéro de diapositive 3"/>
          <p:cNvSpPr>
            <a:spLocks noGrp="1"/>
          </p:cNvSpPr>
          <p:nvPr>
            <p:ph type="sldNum" sz="quarter" idx="5"/>
          </p:nvPr>
        </p:nvSpPr>
        <p:spPr bwMode="auto"/>
        <p:txBody>
          <a:bodyPr/>
          <a:lstStyle/>
          <a:p>
            <a:pPr>
              <a:defRPr/>
            </a:pPr>
            <a:fld id="{DDBD58F5-C3B3-45EB-82E3-9E3FE22C63C1}" type="slidenum">
              <a:rPr lang="fr-FR"/>
              <a:t>8</a:t>
            </a:fld>
            <a:endParaRPr lang="fr-F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media1.sv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media2.sv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Diapositive de titre">
    <p:spTree>
      <p:nvGrpSpPr>
        <p:cNvPr id="1" name=""/>
        <p:cNvGrpSpPr/>
        <p:nvPr/>
      </p:nvGrpSpPr>
      <p:grpSpPr bwMode="auto">
        <a:xfrm>
          <a:off x="0" y="0"/>
          <a:ext cx="0" cy="0"/>
          <a:chOff x="0" y="0"/>
          <a:chExt cx="0" cy="0"/>
        </a:xfrm>
      </p:grpSpPr>
      <p:pic>
        <p:nvPicPr>
          <p:cNvPr id="1299992027" name="Image 7"/>
          <p:cNvPicPr>
            <a:picLocks noAdjustHandles="1" noChangeAspect="1" noChangeArrowheads="1" noChangeShapeType="1" noEditPoints="1" noGrp="1" noMove="1" noResize="1" noRot="1" noCrop="1"/>
          </p:cNvPicPr>
          <p:nvPr userDrawn="1"/>
        </p:nvPicPr>
        <p:blipFill rotWithShape="1">
          <a:blip r:embed="rId2">
            <a:alphaModFix amt="20000"/>
          </a:blip>
          <a:stretch/>
        </p:blipFill>
        <p:spPr bwMode="auto">
          <a:xfrm>
            <a:off x="-25400" y="-126999"/>
            <a:ext cx="12306299" cy="7061200"/>
          </a:xfrm>
          <a:prstGeom prst="rect">
            <a:avLst/>
          </a:prstGeom>
          <a:solidFill>
            <a:srgbClr val="261E48"/>
          </a:solidFill>
        </p:spPr>
      </p:pic>
      <p:sp>
        <p:nvSpPr>
          <p:cNvPr id="952807196" name="Titre 1"/>
          <p:cNvSpPr>
            <a:spLocks noAdjustHandles="1" noChangeArrowheads="1" noChangeShapeType="1" noEditPoints="1" noGrp="1" noMove="1" noResize="1" noRot="1"/>
          </p:cNvSpPr>
          <p:nvPr>
            <p:ph type="ctrTitle"/>
          </p:nvPr>
        </p:nvSpPr>
        <p:spPr bwMode="auto">
          <a:xfrm>
            <a:off x="1524000" y="1122363"/>
            <a:ext cx="9144000" cy="2387600"/>
          </a:xfrm>
        </p:spPr>
        <p:txBody>
          <a:bodyPr anchor="ctr">
            <a:normAutofit/>
          </a:bodyPr>
          <a:lstStyle>
            <a:lvl1pPr algn="l">
              <a:defRPr sz="5400">
                <a:solidFill>
                  <a:schemeClr val="bg1"/>
                </a:solidFill>
              </a:defRPr>
            </a:lvl1pPr>
          </a:lstStyle>
          <a:p>
            <a:pPr>
              <a:defRPr/>
            </a:pPr>
            <a:r>
              <a:rPr lang="fr-FR"/>
              <a:t>Modifiez le style du titre</a:t>
            </a:r>
            <a:endParaRPr lang="fr-FR"/>
          </a:p>
        </p:txBody>
      </p:sp>
      <p:sp>
        <p:nvSpPr>
          <p:cNvPr id="244210427" name="Sous-titre 2"/>
          <p:cNvSpPr>
            <a:spLocks noAdjustHandles="1" noChangeArrowheads="1" noChangeShapeType="1" noEditPoints="1" noGrp="1" noMove="1" noResize="1" noRot="1"/>
          </p:cNvSpPr>
          <p:nvPr>
            <p:ph type="subTitle" idx="1"/>
          </p:nvPr>
        </p:nvSpPr>
        <p:spPr bwMode="auto">
          <a:xfrm>
            <a:off x="1524000" y="3602038"/>
            <a:ext cx="9144000" cy="1655762"/>
          </a:xfrm>
        </p:spPr>
        <p:txBody>
          <a:bodyPr>
            <a:normAutofit/>
          </a:bodyPr>
          <a:lstStyle>
            <a:lvl1pPr marL="0" indent="0" algn="l">
              <a:buNone/>
              <a:defRPr sz="2000">
                <a:solidFill>
                  <a:schemeClr val="bg1"/>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72826392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670F8F5E-FAD9-4DF2-87EE-0E6439773DB4}" type="datetime1">
              <a:rPr lang="fr-FR"/>
              <a:t>15/10/2026</a:t>
            </a:fld>
            <a:endParaRPr lang="fr-FR"/>
          </a:p>
        </p:txBody>
      </p:sp>
      <p:sp>
        <p:nvSpPr>
          <p:cNvPr id="1495406352"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746926803"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2335179" name="AutoShape 3"/>
          <p:cNvSpPr>
            <a:spLocks noAdjustHandles="1" noChangeArrowheads="1" noChangeShapeType="1" noEditPoints="1" noGrp="1" noMove="1" noResize="1" noRot="1"/>
          </p:cNvSpPr>
          <p:nvPr userDrawn="1"/>
        </p:nvSpPr>
        <p:spPr bwMode="auto">
          <a:xfrm>
            <a:off x="1549400" y="4759525"/>
            <a:ext cx="1800000" cy="0"/>
          </a:xfrm>
          <a:prstGeom prst="line">
            <a:avLst/>
          </a:prstGeom>
          <a:ln w="3175" cap="flat">
            <a:solidFill>
              <a:srgbClr val="FFFFFF"/>
            </a:solidFill>
            <a:prstDash val="solid"/>
            <a:headEnd type="none" w="sm" len="sm"/>
            <a:tailEnd type="none" w="sm" len="sm"/>
          </a:ln>
        </p:spPr>
        <p:txBody>
          <a:bodyPr/>
          <a:lstStyle/>
          <a:p>
            <a:pPr>
              <a:defRPr/>
            </a:pPr>
            <a:endParaRPr lang="fr-FR"/>
          </a:p>
        </p:txBody>
      </p:sp>
      <p:sp>
        <p:nvSpPr>
          <p:cNvPr id="1530384774" name="Freeform 3"/>
          <p:cNvSpPr>
            <a:spLocks noAdjustHandles="1" noChangeArrowheads="1" noChangeShapeType="1" noEditPoints="1" noGrp="1" noMove="1" noResize="1" noRot="1"/>
          </p:cNvSpPr>
          <p:nvPr userDrawn="1"/>
        </p:nvSpPr>
        <p:spPr bwMode="auto">
          <a:xfrm>
            <a:off x="9238036" y="5169619"/>
            <a:ext cx="1437585" cy="824781"/>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3"/>
            <a:stretch/>
          </a:blipFill>
        </p:spPr>
        <p:txBody>
          <a:bodyPr/>
          <a:lstStyle/>
          <a:p>
            <a:pPr>
              <a:defRPr/>
            </a:pPr>
            <a:endParaRPr lang="fr-FR"/>
          </a:p>
        </p:txBody>
      </p:sp>
      <p:pic>
        <p:nvPicPr>
          <p:cNvPr id="1334449761" name="Graphique 16"/>
          <p:cNvPicPr>
            <a:picLocks noAdjustHandles="1" noChangeAspect="1" noChangeArrowheads="1" noChangeShapeType="1" noEditPoints="1" noGrp="1" noMove="1" noResize="1" noRot="1" noCrop="1"/>
          </p:cNvPicPr>
          <p:nvPr userDrawn="1"/>
        </p:nvPicPr>
        <p:blipFill rotWithShape="1">
          <a:blip r:embed="rId4">
            <a:extLst>
              <a:ext uri="{96DAC541-7B7A-43D3-8B79-37D633B846F1}">
                <asvg:svgBlip xmlns:asvg="http://schemas.microsoft.com/office/drawing/2016/SVG/main" r:embed="rId5"/>
              </a:ext>
            </a:extLst>
          </a:blip>
          <a:stretch/>
        </p:blipFill>
        <p:spPr bwMode="auto">
          <a:xfrm>
            <a:off x="5016000" y="5058995"/>
            <a:ext cx="2160000" cy="103304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et contenu">
    <p:spTree>
      <p:nvGrpSpPr>
        <p:cNvPr id="1" name=""/>
        <p:cNvGrpSpPr/>
        <p:nvPr/>
      </p:nvGrpSpPr>
      <p:grpSpPr bwMode="auto">
        <a:xfrm>
          <a:off x="0" y="0"/>
          <a:ext cx="0" cy="0"/>
          <a:chOff x="0" y="0"/>
          <a:chExt cx="0" cy="0"/>
        </a:xfrm>
      </p:grpSpPr>
      <p:sp>
        <p:nvSpPr>
          <p:cNvPr id="1136170447"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213395263" name="Espace réservé du contenu 2"/>
          <p:cNvSpPr>
            <a:spLocks noAdjustHandles="1" noChangeArrowheads="1" noChangeShapeType="1" noEditPoints="1" noGrp="1" noMove="1" noResize="1" noRot="1"/>
          </p:cNvSpPr>
          <p:nvPr>
            <p:ph idx="1"/>
          </p:nvPr>
        </p:nvSpPr>
        <p:spPr bwMode="auto">
          <a:xfrm>
            <a:off x="838200" y="1990725"/>
            <a:ext cx="10515600" cy="4220405"/>
          </a:xfrm>
        </p:spPr>
        <p:txBody>
          <a:bodyPr>
            <a:normAutofit/>
          </a:bodyPr>
          <a:lstStyle>
            <a:lvl1pPr>
              <a:buNone/>
              <a:defRPr sz="1400">
                <a:solidFill>
                  <a:srgbClr val="261E48"/>
                </a:solidFill>
                <a:latin typeface="Montserrat"/>
              </a:defRPr>
            </a:lvl1pPr>
          </a:lstStyle>
          <a:p>
            <a:pPr lvl="0">
              <a:defRPr/>
            </a:pPr>
            <a:endParaRPr lang="fr-FR"/>
          </a:p>
        </p:txBody>
      </p:sp>
      <p:sp>
        <p:nvSpPr>
          <p:cNvPr id="78132360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1F2C9E96-8C39-4749-8763-46921CE4FA8A}" type="datetime1">
              <a:rPr lang="fr-FR"/>
              <a:t>15/10/2026</a:t>
            </a:fld>
            <a:endParaRPr lang="fr-FR"/>
          </a:p>
        </p:txBody>
      </p:sp>
      <p:sp>
        <p:nvSpPr>
          <p:cNvPr id="360202813"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480961735"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310464925" name="Sous-titre 2"/>
          <p:cNvSpPr>
            <a:spLocks noAdjustHandles="1" noChangeArrowheads="1" noChangeShapeType="1" noEditPoints="1" noGrp="1" noMove="1" noResize="1" noRot="1"/>
          </p:cNvSpPr>
          <p:nvPr>
            <p:ph type="subTitle" idx="13"/>
          </p:nvPr>
        </p:nvSpPr>
        <p:spPr bwMode="auto">
          <a:xfrm>
            <a:off x="1285873" y="1263179"/>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907176043"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718964047" name="Graphique 8"/>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_Titre et contenu">
    <p:spTree>
      <p:nvGrpSpPr>
        <p:cNvPr id="1" name=""/>
        <p:cNvGrpSpPr/>
        <p:nvPr/>
      </p:nvGrpSpPr>
      <p:grpSpPr bwMode="auto">
        <a:xfrm>
          <a:off x="0" y="0"/>
          <a:ext cx="0" cy="0"/>
          <a:chOff x="0" y="0"/>
          <a:chExt cx="0" cy="0"/>
        </a:xfrm>
      </p:grpSpPr>
      <p:sp>
        <p:nvSpPr>
          <p:cNvPr id="704034565"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558309882" name="Sous-titre 2"/>
          <p:cNvSpPr>
            <a:spLocks noAdjustHandles="1" noChangeArrowheads="1" noChangeShapeType="1" noEditPoints="1" noGrp="1" noMove="1" noResize="1" noRot="1"/>
          </p:cNvSpPr>
          <p:nvPr>
            <p:ph type="subTitle" idx="13"/>
          </p:nvPr>
        </p:nvSpPr>
        <p:spPr bwMode="auto">
          <a:xfrm>
            <a:off x="1285873" y="1263180"/>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458632154" name="Espace réservé de la date 3"/>
          <p:cNvSpPr>
            <a:spLocks noAdjustHandles="1" noChangeArrowheads="1" noChangeShapeType="1" noEditPoints="1" noGrp="1" noMove="1" noResize="1" noRot="1"/>
          </p:cNvSpPr>
          <p:nvPr>
            <p:ph type="dt" sz="half" idx="10"/>
          </p:nvPr>
        </p:nvSpPr>
        <p:spPr bwMode="auto"/>
        <p:txBody>
          <a:bodyPr/>
          <a:lstStyle/>
          <a:p>
            <a:pPr>
              <a:defRPr/>
            </a:pPr>
            <a:fld id="{6CFB26CC-2725-45E6-B05C-349C0D3E0243}" type="datetime1">
              <a:rPr lang="fr-FR"/>
              <a:t>15/10/2026</a:t>
            </a:fld>
            <a:endParaRPr lang="fr-FR"/>
          </a:p>
        </p:txBody>
      </p:sp>
      <p:sp>
        <p:nvSpPr>
          <p:cNvPr id="156249906"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381271554"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2097740188" name="Rectangle : coins arrondis 17"/>
          <p:cNvSpPr>
            <a:spLocks noAdjustHandles="1" noChangeArrowheads="1" noChangeShapeType="1" noEditPoints="1" noGrp="1" noMove="1" noResize="1" noRot="1"/>
          </p:cNvSpPr>
          <p:nvPr userDrawn="1"/>
        </p:nvSpPr>
        <p:spPr bwMode="auto">
          <a:xfrm>
            <a:off x="8382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952026767" name="Espace réservé du contenu 2"/>
          <p:cNvSpPr>
            <a:spLocks noAdjustHandles="1" noChangeArrowheads="1" noChangeShapeType="1" noEditPoints="1" noGrp="1" noMove="1" noResize="1" noRot="1"/>
          </p:cNvSpPr>
          <p:nvPr>
            <p:ph idx="1"/>
          </p:nvPr>
        </p:nvSpPr>
        <p:spPr bwMode="auto">
          <a:xfrm>
            <a:off x="838200" y="2224360"/>
            <a:ext cx="4680000" cy="2968928"/>
          </a:xfrm>
        </p:spPr>
        <p:txBody>
          <a:bodyPr>
            <a:normAutofit/>
          </a:bodyPr>
          <a:lstStyle>
            <a:lvl1pPr>
              <a:buNone/>
              <a:defRPr sz="1400">
                <a:solidFill>
                  <a:srgbClr val="261E48"/>
                </a:solidFill>
                <a:latin typeface="Montserrat"/>
              </a:defRPr>
            </a:lvl1pPr>
          </a:lstStyle>
          <a:p>
            <a:pPr lvl="0">
              <a:defRPr/>
            </a:pPr>
            <a:endParaRPr lang="fr-FR"/>
          </a:p>
        </p:txBody>
      </p:sp>
      <p:sp>
        <p:nvSpPr>
          <p:cNvPr id="1599722759" name="Rectangle : coins arrondis 10"/>
          <p:cNvSpPr>
            <a:spLocks noAdjustHandles="1" noChangeArrowheads="1" noChangeShapeType="1" noEditPoints="1" noGrp="1" noMove="1" noResize="1" noRot="1"/>
          </p:cNvSpPr>
          <p:nvPr userDrawn="1"/>
        </p:nvSpPr>
        <p:spPr bwMode="auto">
          <a:xfrm>
            <a:off x="6673801" y="2224360"/>
            <a:ext cx="4680000" cy="299559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994429441" name="Espace réservé du contenu 2"/>
          <p:cNvSpPr>
            <a:spLocks noAdjustHandles="1" noChangeArrowheads="1" noChangeShapeType="1" noEditPoints="1" noGrp="1" noMove="1" noResize="1" noRot="1"/>
          </p:cNvSpPr>
          <p:nvPr>
            <p:ph idx="14"/>
          </p:nvPr>
        </p:nvSpPr>
        <p:spPr bwMode="auto">
          <a:xfrm>
            <a:off x="6673800" y="2224360"/>
            <a:ext cx="4680000" cy="2968928"/>
          </a:xfrm>
        </p:spPr>
        <p:txBody>
          <a:bodyPr>
            <a:normAutofit/>
          </a:bodyPr>
          <a:lstStyle>
            <a:lvl1pPr>
              <a:buNone/>
              <a:defRPr sz="1400">
                <a:solidFill>
                  <a:srgbClr val="261E48"/>
                </a:solidFill>
                <a:latin typeface="Montserrat"/>
              </a:defRPr>
            </a:lvl1pPr>
          </a:lstStyle>
          <a:p>
            <a:pPr lvl="0">
              <a:defRPr/>
            </a:pPr>
            <a:endParaRPr lang="fr-FR"/>
          </a:p>
        </p:txBody>
      </p:sp>
      <p:cxnSp>
        <p:nvCxnSpPr>
          <p:cNvPr id="1084330547" name="Connecteur droit 16"/>
          <p:cNvCxnSpPr>
            <a:cxnSpLocks noAdjustHandles="1" noChangeArrowheads="1" noChangeShapeType="1" noEditPoints="1" noGrp="1" noMove="1" noResize="1" noRot="1"/>
          </p:cNvCxnSpPr>
          <p:nvPr userDrawn="1"/>
        </p:nvCxnSpPr>
        <p:spPr bwMode="auto">
          <a:xfrm>
            <a:off x="6096000" y="2438400"/>
            <a:ext cx="0" cy="2552700"/>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1285286101"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122973382" name="Graphique 27"/>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Titre et contenu">
    <p:spTree>
      <p:nvGrpSpPr>
        <p:cNvPr id="1" name=""/>
        <p:cNvGrpSpPr/>
        <p:nvPr/>
      </p:nvGrpSpPr>
      <p:grpSpPr bwMode="auto">
        <a:xfrm>
          <a:off x="0" y="0"/>
          <a:ext cx="0" cy="0"/>
          <a:chOff x="0" y="0"/>
          <a:chExt cx="0" cy="0"/>
        </a:xfrm>
      </p:grpSpPr>
      <p:sp>
        <p:nvSpPr>
          <p:cNvPr id="1338493418"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522887205" name="Espace réservé de la date 3"/>
          <p:cNvSpPr>
            <a:spLocks noAdjustHandles="1" noChangeArrowheads="1" noChangeShapeType="1" noEditPoints="1" noGrp="1" noMove="1" noResize="1" noRot="1"/>
          </p:cNvSpPr>
          <p:nvPr>
            <p:ph type="dt" sz="half" idx="10"/>
          </p:nvPr>
        </p:nvSpPr>
        <p:spPr bwMode="auto"/>
        <p:txBody>
          <a:bodyPr/>
          <a:lstStyle/>
          <a:p>
            <a:pPr>
              <a:defRPr/>
            </a:pPr>
            <a:fld id="{9372075B-535F-4F05-8E73-038CD02F05CC}" type="datetime1">
              <a:rPr lang="fr-FR"/>
              <a:t>15/10/2026</a:t>
            </a:fld>
            <a:endParaRPr lang="fr-FR"/>
          </a:p>
        </p:txBody>
      </p:sp>
      <p:sp>
        <p:nvSpPr>
          <p:cNvPr id="795254817"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2003237081"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698465055" name="Sous-titre 2"/>
          <p:cNvSpPr>
            <a:spLocks noAdjustHandles="1" noChangeArrowheads="1" noChangeShapeType="1" noEditPoints="1" noGrp="1" noMove="1" noResize="1" noRot="1"/>
          </p:cNvSpPr>
          <p:nvPr>
            <p:ph type="subTitle" idx="13"/>
          </p:nvPr>
        </p:nvSpPr>
        <p:spPr bwMode="auto">
          <a:xfrm>
            <a:off x="1285873" y="1263182"/>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699989756" name="Rectangle : coins arrondis 17"/>
          <p:cNvSpPr>
            <a:spLocks noAdjustHandles="1" noChangeArrowheads="1" noChangeShapeType="1" noEditPoints="1" noGrp="1" noMove="1" noResize="1" noRot="1"/>
          </p:cNvSpPr>
          <p:nvPr userDrawn="1"/>
        </p:nvSpPr>
        <p:spPr bwMode="auto">
          <a:xfrm>
            <a:off x="838201"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353423987" name="Espace réservé du contenu 2"/>
          <p:cNvSpPr>
            <a:spLocks noAdjustHandles="1" noChangeArrowheads="1" noChangeShapeType="1" noEditPoints="1" noGrp="1" noMove="1" noResize="1" noRot="1"/>
          </p:cNvSpPr>
          <p:nvPr>
            <p:ph idx="1"/>
          </p:nvPr>
        </p:nvSpPr>
        <p:spPr bwMode="auto">
          <a:xfrm>
            <a:off x="838201" y="2251030"/>
            <a:ext cx="3240000" cy="3153269"/>
          </a:xfrm>
        </p:spPr>
        <p:txBody>
          <a:bodyPr>
            <a:normAutofit/>
          </a:bodyPr>
          <a:lstStyle>
            <a:lvl1pPr>
              <a:buNone/>
              <a:defRPr sz="1400">
                <a:solidFill>
                  <a:srgbClr val="261E48"/>
                </a:solidFill>
                <a:latin typeface="Montserrat"/>
              </a:defRPr>
            </a:lvl1pPr>
          </a:lstStyle>
          <a:p>
            <a:pPr lvl="0">
              <a:defRPr/>
            </a:pPr>
            <a:endParaRPr lang="fr-FR"/>
          </a:p>
        </p:txBody>
      </p:sp>
      <p:sp>
        <p:nvSpPr>
          <p:cNvPr id="570139910" name="Rectangle : coins arrondis 15"/>
          <p:cNvSpPr>
            <a:spLocks noAdjustHandles="1" noChangeArrowheads="1" noChangeShapeType="1" noEditPoints="1" noGrp="1" noMove="1" noResize="1" noRot="1"/>
          </p:cNvSpPr>
          <p:nvPr userDrawn="1"/>
        </p:nvSpPr>
        <p:spPr bwMode="auto">
          <a:xfrm>
            <a:off x="4476000" y="2251030"/>
            <a:ext cx="3240000" cy="3174985"/>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81097366" name="Espace réservé du contenu 2"/>
          <p:cNvSpPr>
            <a:spLocks noAdjustHandles="1" noChangeArrowheads="1" noChangeShapeType="1" noEditPoints="1" noGrp="1" noMove="1" noResize="1" noRot="1"/>
          </p:cNvSpPr>
          <p:nvPr>
            <p:ph idx="14"/>
          </p:nvPr>
        </p:nvSpPr>
        <p:spPr bwMode="auto">
          <a:xfrm>
            <a:off x="4476000" y="2251030"/>
            <a:ext cx="3240000" cy="3153269"/>
          </a:xfrm>
        </p:spPr>
        <p:txBody>
          <a:bodyPr>
            <a:normAutofit/>
          </a:bodyPr>
          <a:lstStyle>
            <a:lvl1pPr>
              <a:buNone/>
              <a:defRPr sz="1400">
                <a:solidFill>
                  <a:srgbClr val="261E48"/>
                </a:solidFill>
                <a:latin typeface="Montserrat"/>
              </a:defRPr>
            </a:lvl1pPr>
          </a:lstStyle>
          <a:p>
            <a:pPr lvl="0">
              <a:defRPr/>
            </a:pPr>
            <a:endParaRPr lang="fr-FR"/>
          </a:p>
        </p:txBody>
      </p:sp>
      <p:sp>
        <p:nvSpPr>
          <p:cNvPr id="1392580019" name="Rectangle : coins arrondis 12"/>
          <p:cNvSpPr>
            <a:spLocks noAdjustHandles="1" noChangeArrowheads="1" noChangeShapeType="1" noEditPoints="1" noGrp="1" noMove="1" noResize="1" noRot="1"/>
          </p:cNvSpPr>
          <p:nvPr userDrawn="1"/>
        </p:nvSpPr>
        <p:spPr bwMode="auto">
          <a:xfrm>
            <a:off x="8113799" y="2251030"/>
            <a:ext cx="3240000" cy="317498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63818901" name="Espace réservé du contenu 2"/>
          <p:cNvSpPr>
            <a:spLocks noAdjustHandles="1" noChangeArrowheads="1" noChangeShapeType="1" noEditPoints="1" noGrp="1" noMove="1" noResize="1" noRot="1"/>
          </p:cNvSpPr>
          <p:nvPr>
            <p:ph idx="15"/>
          </p:nvPr>
        </p:nvSpPr>
        <p:spPr bwMode="auto">
          <a:xfrm>
            <a:off x="8113799" y="2251031"/>
            <a:ext cx="3240000" cy="3153600"/>
          </a:xfrm>
        </p:spPr>
        <p:txBody>
          <a:bodyPr>
            <a:normAutofit/>
          </a:bodyPr>
          <a:lstStyle>
            <a:lvl1pPr>
              <a:buNone/>
              <a:defRPr sz="1400">
                <a:solidFill>
                  <a:srgbClr val="261E48"/>
                </a:solidFill>
                <a:latin typeface="Montserrat"/>
              </a:defRPr>
            </a:lvl1pPr>
          </a:lstStyle>
          <a:p>
            <a:pPr lvl="0">
              <a:defRPr/>
            </a:pPr>
            <a:endParaRPr lang="fr-FR"/>
          </a:p>
        </p:txBody>
      </p:sp>
      <p:sp>
        <p:nvSpPr>
          <p:cNvPr id="2050040873"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083013277"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3_Titre et contenu">
    <p:spTree>
      <p:nvGrpSpPr>
        <p:cNvPr id="1" name=""/>
        <p:cNvGrpSpPr/>
        <p:nvPr/>
      </p:nvGrpSpPr>
      <p:grpSpPr bwMode="auto">
        <a:xfrm>
          <a:off x="0" y="0"/>
          <a:ext cx="0" cy="0"/>
          <a:chOff x="0" y="0"/>
          <a:chExt cx="0" cy="0"/>
        </a:xfrm>
      </p:grpSpPr>
      <p:sp>
        <p:nvSpPr>
          <p:cNvPr id="805358727" name="Titre 1"/>
          <p:cNvSpPr>
            <a:spLocks noAdjustHandles="1" noChangeArrowheads="1" noChangeShapeType="1" noEditPoints="1" noGrp="1" noMove="1" noResize="1" noRot="1"/>
          </p:cNvSpPr>
          <p:nvPr>
            <p:ph type="title"/>
          </p:nvPr>
        </p:nvSpPr>
        <p:spPr bwMode="auto">
          <a:xfrm>
            <a:off x="838200" y="365125"/>
            <a:ext cx="10515600" cy="880969"/>
          </a:xfrm>
        </p:spPr>
        <p:txBody>
          <a:bodyPr/>
          <a:lstStyle/>
          <a:p>
            <a:pPr>
              <a:defRPr/>
            </a:pPr>
            <a:r>
              <a:rPr lang="fr-FR"/>
              <a:t>Modifiez le style du titre</a:t>
            </a:r>
            <a:endParaRPr lang="fr-FR"/>
          </a:p>
        </p:txBody>
      </p:sp>
      <p:sp>
        <p:nvSpPr>
          <p:cNvPr id="786074440" name="Espace réservé de la date 3"/>
          <p:cNvSpPr>
            <a:spLocks noAdjustHandles="1" noChangeArrowheads="1" noChangeShapeType="1" noEditPoints="1" noGrp="1" noMove="1" noResize="1" noRot="1"/>
          </p:cNvSpPr>
          <p:nvPr>
            <p:ph type="dt" sz="half" idx="10"/>
          </p:nvPr>
        </p:nvSpPr>
        <p:spPr bwMode="auto"/>
        <p:txBody>
          <a:bodyPr/>
          <a:lstStyle/>
          <a:p>
            <a:pPr>
              <a:defRPr/>
            </a:pPr>
            <a:fld id="{B77B16B1-2A42-412B-8D41-E75ECB4A4282}" type="datetime1">
              <a:rPr lang="fr-FR"/>
              <a:t>15/10/2026</a:t>
            </a:fld>
            <a:endParaRPr lang="fr-FR"/>
          </a:p>
        </p:txBody>
      </p:sp>
      <p:sp>
        <p:nvSpPr>
          <p:cNvPr id="901313078"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238569696"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884024112" name="Sous-titre 2"/>
          <p:cNvSpPr>
            <a:spLocks noAdjustHandles="1" noChangeArrowheads="1" noChangeShapeType="1" noEditPoints="1" noGrp="1" noMove="1" noResize="1" noRot="1"/>
          </p:cNvSpPr>
          <p:nvPr>
            <p:ph type="subTitle" idx="13"/>
          </p:nvPr>
        </p:nvSpPr>
        <p:spPr bwMode="auto">
          <a:xfrm>
            <a:off x="1285873" y="1254215"/>
            <a:ext cx="10067925"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535125614" name="Rectangle : coins arrondis 22"/>
          <p:cNvSpPr>
            <a:spLocks noAdjustHandles="1" noChangeArrowheads="1" noChangeShapeType="1" noEditPoints="1" noGrp="1" noMove="1" noResize="1" noRot="1"/>
          </p:cNvSpPr>
          <p:nvPr userDrawn="1"/>
        </p:nvSpPr>
        <p:spPr bwMode="auto">
          <a:xfrm>
            <a:off x="6673801"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57647621" name="Espace réservé du contenu 2"/>
          <p:cNvSpPr>
            <a:spLocks noAdjustHandles="1" noChangeArrowheads="1" noChangeShapeType="1" noEditPoints="1" noGrp="1" noMove="1" noResize="1" noRot="1"/>
          </p:cNvSpPr>
          <p:nvPr>
            <p:ph idx="14"/>
          </p:nvPr>
        </p:nvSpPr>
        <p:spPr bwMode="auto">
          <a:xfrm>
            <a:off x="6673800" y="2689412"/>
            <a:ext cx="4680000" cy="2503876"/>
          </a:xfrm>
        </p:spPr>
        <p:txBody>
          <a:bodyPr>
            <a:normAutofit/>
          </a:bodyPr>
          <a:lstStyle>
            <a:lvl1pPr>
              <a:buNone/>
              <a:defRPr sz="1400">
                <a:solidFill>
                  <a:srgbClr val="261E48"/>
                </a:solidFill>
                <a:latin typeface="Montserrat"/>
              </a:defRPr>
            </a:lvl1pPr>
          </a:lstStyle>
          <a:p>
            <a:pPr lvl="0">
              <a:defRPr/>
            </a:pPr>
            <a:endParaRPr lang="fr-FR"/>
          </a:p>
        </p:txBody>
      </p:sp>
      <p:cxnSp>
        <p:nvCxnSpPr>
          <p:cNvPr id="397090298" name="Connecteur droit 24"/>
          <p:cNvCxnSpPr>
            <a:cxnSpLocks noAdjustHandles="1" noChangeArrowheads="1" noChangeShapeType="1" noEditPoints="1" noGrp="1" noMove="1" noResize="1" noRot="1"/>
          </p:cNvCxnSpPr>
          <p:nvPr userDrawn="1"/>
        </p:nvCxnSpPr>
        <p:spPr bwMode="auto">
          <a:xfrm>
            <a:off x="6096000" y="2838254"/>
            <a:ext cx="0" cy="2152846"/>
          </a:xfrm>
          <a:prstGeom prst="line">
            <a:avLst/>
          </a:prstGeom>
          <a:ln w="12700">
            <a:solidFill>
              <a:srgbClr val="261E48"/>
            </a:solidFill>
          </a:ln>
        </p:spPr>
        <p:style>
          <a:lnRef idx="2">
            <a:schemeClr val="accent1"/>
          </a:lnRef>
          <a:fillRef idx="0">
            <a:schemeClr val="accent1"/>
          </a:fillRef>
          <a:effectRef idx="1">
            <a:schemeClr val="accent1"/>
          </a:effectRef>
          <a:fontRef idx="minor">
            <a:schemeClr val="tx1"/>
          </a:fontRef>
        </p:style>
      </p:cxnSp>
      <p:sp>
        <p:nvSpPr>
          <p:cNvPr id="1725351114" name="TextBox 19"/>
          <p:cNvSpPr txBox="1">
            <a:spLocks noAdjustHandles="1" noChangeArrowheads="1" noChangeShapeType="1" noEditPoints="1" noGrp="1" noMove="1" noResize="1" noRot="1"/>
          </p:cNvSpPr>
          <p:nvPr userDrawn="1"/>
        </p:nvSpPr>
        <p:spPr bwMode="auto">
          <a:xfrm>
            <a:off x="6833020" y="2096980"/>
            <a:ext cx="4520780" cy="313676"/>
          </a:xfrm>
          <a:prstGeom prst="rect">
            <a:avLst/>
          </a:prstGeom>
        </p:spPr>
        <p:txBody>
          <a:bodyPr wrap="square" lIns="0" tIns="0" rIns="0" bIns="0" rtlCol="0" anchor="t">
            <a:spAutoFit/>
          </a:bodyPr>
          <a:lstStyle/>
          <a:p>
            <a:pPr algn="l">
              <a:lnSpc>
                <a:spcPts val="2800"/>
              </a:lnSpc>
              <a:defRPr/>
            </a:pPr>
            <a:r>
              <a:rPr lang="en-US" sz="1400" b="1">
                <a:solidFill>
                  <a:srgbClr val="261E48"/>
                </a:solidFill>
                <a:latin typeface="Montserrat Bold"/>
                <a:ea typeface="Montserrat Bold"/>
                <a:cs typeface="Montserrat Bold"/>
              </a:rPr>
              <a:t>Titre</a:t>
            </a:r>
            <a:endParaRPr lang="en-US" sz="1400" b="1">
              <a:solidFill>
                <a:srgbClr val="261E48"/>
              </a:solidFill>
              <a:latin typeface="Montserrat Bold"/>
              <a:ea typeface="Montserrat Bold"/>
              <a:cs typeface="Montserrat Bold"/>
            </a:endParaRPr>
          </a:p>
        </p:txBody>
      </p:sp>
      <p:sp>
        <p:nvSpPr>
          <p:cNvPr id="313988820" name="Rectangle : coins arrondis 39"/>
          <p:cNvSpPr>
            <a:spLocks noAdjustHandles="1" noChangeArrowheads="1" noChangeShapeType="1" noEditPoints="1" noGrp="1" noMove="1" noResize="1" noRot="1"/>
          </p:cNvSpPr>
          <p:nvPr userDrawn="1"/>
        </p:nvSpPr>
        <p:spPr bwMode="auto">
          <a:xfrm>
            <a:off x="838202" y="2693590"/>
            <a:ext cx="4680000" cy="2526368"/>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604857437" name="Espace réservé du contenu 2"/>
          <p:cNvSpPr>
            <a:spLocks noAdjustHandles="1" noChangeArrowheads="1" noChangeShapeType="1" noEditPoints="1" noGrp="1" noMove="1" noResize="1" noRot="1"/>
          </p:cNvSpPr>
          <p:nvPr>
            <p:ph idx="15"/>
          </p:nvPr>
        </p:nvSpPr>
        <p:spPr bwMode="auto">
          <a:xfrm>
            <a:off x="838201" y="2689412"/>
            <a:ext cx="4680000" cy="2503876"/>
          </a:xfrm>
        </p:spPr>
        <p:txBody>
          <a:bodyPr>
            <a:normAutofit/>
          </a:bodyPr>
          <a:lstStyle>
            <a:lvl1pPr>
              <a:buNone/>
              <a:defRPr sz="1400">
                <a:solidFill>
                  <a:srgbClr val="261E48"/>
                </a:solidFill>
                <a:latin typeface="Montserrat"/>
              </a:defRPr>
            </a:lvl1pPr>
          </a:lstStyle>
          <a:p>
            <a:pPr lvl="0">
              <a:defRPr/>
            </a:pPr>
            <a:endParaRPr lang="fr-FR"/>
          </a:p>
        </p:txBody>
      </p:sp>
      <p:sp>
        <p:nvSpPr>
          <p:cNvPr id="1904189582" name="TextBox 19"/>
          <p:cNvSpPr txBox="1">
            <a:spLocks noAdjustHandles="1" noChangeArrowheads="1" noChangeShapeType="1" noEditPoints="1" noGrp="1" noMove="1" noResize="1" noRot="1"/>
          </p:cNvSpPr>
          <p:nvPr userDrawn="1"/>
        </p:nvSpPr>
        <p:spPr bwMode="auto">
          <a:xfrm>
            <a:off x="997421" y="2096980"/>
            <a:ext cx="4520780" cy="313676"/>
          </a:xfrm>
          <a:prstGeom prst="rect">
            <a:avLst/>
          </a:prstGeom>
        </p:spPr>
        <p:txBody>
          <a:bodyPr wrap="square" lIns="0" tIns="0" rIns="0" bIns="0" rtlCol="0" anchor="t">
            <a:spAutoFit/>
          </a:bodyPr>
          <a:lstStyle/>
          <a:p>
            <a:pPr algn="l">
              <a:lnSpc>
                <a:spcPts val="2800"/>
              </a:lnSpc>
              <a:defRPr/>
            </a:pPr>
            <a:r>
              <a:rPr lang="en-US" sz="1400" b="1">
                <a:solidFill>
                  <a:srgbClr val="261E48"/>
                </a:solidFill>
                <a:latin typeface="Montserrat Bold"/>
                <a:ea typeface="Montserrat Bold"/>
                <a:cs typeface="Montserrat Bold"/>
              </a:rPr>
              <a:t>Titre</a:t>
            </a:r>
            <a:endParaRPr lang="en-US" sz="1400" b="1">
              <a:solidFill>
                <a:srgbClr val="261E48"/>
              </a:solidFill>
              <a:latin typeface="Montserrat Bold"/>
              <a:ea typeface="Montserrat Bold"/>
              <a:cs typeface="Montserrat Bold"/>
            </a:endParaRPr>
          </a:p>
        </p:txBody>
      </p:sp>
      <p:sp>
        <p:nvSpPr>
          <p:cNvPr id="125998502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48932370" name="Graphique 46"/>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6_Titre et contenu">
    <p:spTree>
      <p:nvGrpSpPr>
        <p:cNvPr id="1" name=""/>
        <p:cNvGrpSpPr/>
        <p:nvPr/>
      </p:nvGrpSpPr>
      <p:grpSpPr bwMode="auto">
        <a:xfrm>
          <a:off x="0" y="0"/>
          <a:ext cx="0" cy="0"/>
          <a:chOff x="0" y="0"/>
          <a:chExt cx="0" cy="0"/>
        </a:xfrm>
      </p:grpSpPr>
      <p:sp>
        <p:nvSpPr>
          <p:cNvPr id="82406497" name="Titre 1"/>
          <p:cNvSpPr>
            <a:spLocks noAdjustHandles="1" noChangeArrowheads="1" noChangeShapeType="1" noEditPoints="1" noGrp="1" noMove="1" noResize="1" noRot="1"/>
          </p:cNvSpPr>
          <p:nvPr>
            <p:ph type="title"/>
          </p:nvPr>
        </p:nvSpPr>
        <p:spPr bwMode="auto">
          <a:xfrm>
            <a:off x="838200" y="365125"/>
            <a:ext cx="10515600" cy="880969"/>
          </a:xfrm>
        </p:spPr>
        <p:txBody>
          <a:bodyPr/>
          <a:lstStyle/>
          <a:p>
            <a:pPr>
              <a:defRPr/>
            </a:pPr>
            <a:r>
              <a:rPr lang="fr-FR"/>
              <a:t>Modifiez le style du titre</a:t>
            </a:r>
            <a:endParaRPr lang="fr-FR"/>
          </a:p>
        </p:txBody>
      </p:sp>
      <p:sp>
        <p:nvSpPr>
          <p:cNvPr id="73219403" name="Espace réservé de la date 3"/>
          <p:cNvSpPr>
            <a:spLocks noAdjustHandles="1" noChangeArrowheads="1" noChangeShapeType="1" noEditPoints="1" noGrp="1" noMove="1" noResize="1" noRot="1"/>
          </p:cNvSpPr>
          <p:nvPr>
            <p:ph type="dt" sz="half" idx="10"/>
          </p:nvPr>
        </p:nvSpPr>
        <p:spPr bwMode="auto"/>
        <p:txBody>
          <a:bodyPr/>
          <a:lstStyle/>
          <a:p>
            <a:pPr>
              <a:defRPr/>
            </a:pPr>
            <a:fld id="{4C0ED622-32BC-44E2-86ED-F761501B369C}" type="datetime1">
              <a:rPr lang="fr-FR"/>
              <a:t>15/10/2026</a:t>
            </a:fld>
            <a:endParaRPr lang="fr-FR"/>
          </a:p>
        </p:txBody>
      </p:sp>
      <p:sp>
        <p:nvSpPr>
          <p:cNvPr id="1078578221"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1798469777"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330298603" name="Sous-titre 2"/>
          <p:cNvSpPr>
            <a:spLocks noAdjustHandles="1" noChangeArrowheads="1" noChangeShapeType="1" noEditPoints="1" noGrp="1" noMove="1" noResize="1" noRot="1"/>
          </p:cNvSpPr>
          <p:nvPr>
            <p:ph type="subTitle" idx="13"/>
          </p:nvPr>
        </p:nvSpPr>
        <p:spPr bwMode="auto">
          <a:xfrm>
            <a:off x="1285873" y="1254215"/>
            <a:ext cx="10067926" cy="360000"/>
          </a:xfrm>
        </p:spPr>
        <p:txBody>
          <a:bodyPr>
            <a:normAutofit/>
          </a:bodyPr>
          <a:lstStyle>
            <a:lvl1pPr marL="0" indent="0" algn="l">
              <a:buNone/>
              <a:defRPr sz="2000">
                <a:solidFill>
                  <a:srgbClr val="261E48"/>
                </a:solidFill>
                <a:latin typeface="Montserrat italic"/>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fr-FR"/>
              <a:t>Modifiez le style des sous-titres du masque</a:t>
            </a:r>
            <a:endParaRPr lang="fr-FR"/>
          </a:p>
        </p:txBody>
      </p:sp>
      <p:sp>
        <p:nvSpPr>
          <p:cNvPr id="1913217236" name="Espace réservé du contenu 2"/>
          <p:cNvSpPr>
            <a:spLocks noAdjustHandles="1" noChangeArrowheads="1" noChangeShapeType="1" noEditPoints="1" noGrp="1" noMove="1" noResize="1" noRot="1"/>
          </p:cNvSpPr>
          <p:nvPr>
            <p:ph idx="15"/>
          </p:nvPr>
        </p:nvSpPr>
        <p:spPr bwMode="auto">
          <a:xfrm>
            <a:off x="838198" y="2133599"/>
            <a:ext cx="4680000" cy="3836699"/>
          </a:xfrm>
        </p:spPr>
        <p:txBody>
          <a:bodyPr>
            <a:normAutofit/>
          </a:bodyPr>
          <a:lstStyle>
            <a:lvl1pPr>
              <a:buNone/>
              <a:defRPr sz="1400">
                <a:solidFill>
                  <a:srgbClr val="261E48"/>
                </a:solidFill>
                <a:latin typeface="Montserrat"/>
              </a:defRPr>
            </a:lvl1pPr>
          </a:lstStyle>
          <a:p>
            <a:pPr lvl="0">
              <a:defRPr/>
            </a:pPr>
            <a:endParaRPr lang="fr-FR"/>
          </a:p>
        </p:txBody>
      </p:sp>
      <p:sp>
        <p:nvSpPr>
          <p:cNvPr id="1906474039" name="Espace réservé du contenu 2"/>
          <p:cNvSpPr>
            <a:spLocks noAdjustHandles="1" noChangeArrowheads="1" noChangeShapeType="1" noEditPoints="1" noGrp="1" noMove="1" noResize="1" noRot="1"/>
          </p:cNvSpPr>
          <p:nvPr>
            <p:ph idx="16"/>
          </p:nvPr>
        </p:nvSpPr>
        <p:spPr bwMode="auto">
          <a:xfrm>
            <a:off x="6673800" y="2133599"/>
            <a:ext cx="4680000" cy="3836699"/>
          </a:xfrm>
        </p:spPr>
        <p:txBody>
          <a:bodyPr>
            <a:normAutofit/>
          </a:bodyPr>
          <a:lstStyle>
            <a:lvl1pPr>
              <a:buNone/>
              <a:defRPr sz="1400">
                <a:solidFill>
                  <a:srgbClr val="261E48"/>
                </a:solidFill>
                <a:latin typeface="Montserrat"/>
              </a:defRPr>
            </a:lvl1pPr>
          </a:lstStyle>
          <a:p>
            <a:pPr lvl="0">
              <a:defRPr/>
            </a:pPr>
            <a:endParaRPr lang="fr-FR"/>
          </a:p>
        </p:txBody>
      </p:sp>
      <p:sp>
        <p:nvSpPr>
          <p:cNvPr id="1592551707"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842067005"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aison">
    <p:spTree>
      <p:nvGrpSpPr>
        <p:cNvPr id="1" name=""/>
        <p:cNvGrpSpPr/>
        <p:nvPr/>
      </p:nvGrpSpPr>
      <p:grpSpPr bwMode="auto">
        <a:xfrm>
          <a:off x="0" y="0"/>
          <a:ext cx="0" cy="0"/>
          <a:chOff x="0" y="0"/>
          <a:chExt cx="0" cy="0"/>
        </a:xfrm>
      </p:grpSpPr>
      <p:sp>
        <p:nvSpPr>
          <p:cNvPr id="27626701" name="Titre 1"/>
          <p:cNvSpPr>
            <a:spLocks noAdjustHandles="1" noChangeArrowheads="1" noChangeShapeType="1" noEditPoints="1" noGrp="1" noMove="1" noResize="1" noRot="1"/>
          </p:cNvSpPr>
          <p:nvPr>
            <p:ph type="title"/>
          </p:nvPr>
        </p:nvSpPr>
        <p:spPr bwMode="auto">
          <a:xfrm>
            <a:off x="839788" y="365125"/>
            <a:ext cx="10515600" cy="882000"/>
          </a:xfrm>
        </p:spPr>
        <p:txBody>
          <a:bodyPr/>
          <a:lstStyle/>
          <a:p>
            <a:pPr>
              <a:defRPr/>
            </a:pPr>
            <a:r>
              <a:rPr lang="fr-FR"/>
              <a:t>Modifiez le style du titre</a:t>
            </a:r>
            <a:endParaRPr lang="fr-FR"/>
          </a:p>
        </p:txBody>
      </p:sp>
      <p:sp>
        <p:nvSpPr>
          <p:cNvPr id="265318116" name="Espace réservé du texte 2"/>
          <p:cNvSpPr>
            <a:spLocks noAdjustHandles="1" noChangeArrowheads="1" noChangeShapeType="1" noEditPoints="1" noGrp="1" noMove="1" noResize="1" noRot="1"/>
          </p:cNvSpPr>
          <p:nvPr>
            <p:ph type="body" idx="1"/>
          </p:nvPr>
        </p:nvSpPr>
        <p:spPr bwMode="auto">
          <a:xfrm>
            <a:off x="839788" y="126878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2103471336" name="Espace réservé du contenu 3"/>
          <p:cNvSpPr>
            <a:spLocks noAdjustHandles="1" noChangeArrowheads="1" noChangeShapeType="1" noEditPoints="1" noGrp="1" noMove="1" noResize="1" noRot="1"/>
          </p:cNvSpPr>
          <p:nvPr>
            <p:ph sz="half" idx="2"/>
          </p:nvPr>
        </p:nvSpPr>
        <p:spPr bwMode="auto">
          <a:xfrm>
            <a:off x="839788" y="2128553"/>
            <a:ext cx="5157787" cy="3684588"/>
          </a:xfrm>
        </p:spPr>
        <p:txBody>
          <a:bodyPr/>
          <a:lstStyle>
            <a:lvl1pPr>
              <a:defRPr>
                <a:latin typeface="Montserrat"/>
              </a:defRPr>
            </a:lvl1pPr>
            <a:lvl2pPr>
              <a:defRPr>
                <a:latin typeface="Montserrat"/>
              </a:defRPr>
            </a:lvl2pPr>
            <a:lvl3pPr>
              <a:defRPr>
                <a:latin typeface="Montserrat"/>
              </a:defRPr>
            </a:lvl3pPr>
            <a:lvl4pPr>
              <a:defRPr>
                <a:latin typeface="Montserrat"/>
              </a:defRPr>
            </a:lvl4pPr>
            <a:lvl5pPr>
              <a:defRPr>
                <a:latin typeface="Montserrat"/>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1034257997" name="Espace réservé du texte 4"/>
          <p:cNvSpPr>
            <a:spLocks noAdjustHandles="1" noChangeArrowheads="1" noChangeShapeType="1" noEditPoints="1" noGrp="1" noMove="1" noResize="1" noRot="1"/>
          </p:cNvSpPr>
          <p:nvPr>
            <p:ph type="body" sz="quarter" idx="3"/>
          </p:nvPr>
        </p:nvSpPr>
        <p:spPr bwMode="auto">
          <a:xfrm>
            <a:off x="6172200" y="126878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fr-FR"/>
              <a:t>Cliquez pour modifier les styles du texte du masque</a:t>
            </a:r>
            <a:endParaRPr/>
          </a:p>
        </p:txBody>
      </p:sp>
      <p:sp>
        <p:nvSpPr>
          <p:cNvPr id="1315633413" name="Espace réservé du contenu 5"/>
          <p:cNvSpPr>
            <a:spLocks noAdjustHandles="1" noChangeArrowheads="1" noChangeShapeType="1" noEditPoints="1" noGrp="1" noMove="1" noResize="1" noRot="1"/>
          </p:cNvSpPr>
          <p:nvPr>
            <p:ph sz="quarter" idx="4"/>
          </p:nvPr>
        </p:nvSpPr>
        <p:spPr bwMode="auto">
          <a:xfrm>
            <a:off x="6172200" y="2128553"/>
            <a:ext cx="5183188" cy="3684588"/>
          </a:xfrm>
        </p:spPr>
        <p:txBody>
          <a:bodyPr/>
          <a:lstStyle>
            <a:lvl1pPr>
              <a:defRPr>
                <a:latin typeface="Montserrat"/>
              </a:defRPr>
            </a:lvl1pPr>
            <a:lvl2pPr>
              <a:defRPr>
                <a:latin typeface="Montserrat"/>
              </a:defRPr>
            </a:lvl2pPr>
            <a:lvl3pPr>
              <a:defRPr>
                <a:latin typeface="Montserrat"/>
              </a:defRPr>
            </a:lvl3pPr>
            <a:lvl4pPr>
              <a:defRPr>
                <a:latin typeface="Montserrat"/>
              </a:defRPr>
            </a:lvl4pPr>
            <a:lvl5pPr>
              <a:defRPr>
                <a:latin typeface="Montserrat"/>
              </a:defRPr>
            </a:lvl5pPr>
          </a:lstStyle>
          <a:p>
            <a:pPr lvl="0">
              <a:defRPr/>
            </a:pPr>
            <a:r>
              <a:rPr lang="fr-FR"/>
              <a:t>Cliquez pour modifier les styles du texte du masque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lang="fr-FR"/>
          </a:p>
        </p:txBody>
      </p:sp>
      <p:sp>
        <p:nvSpPr>
          <p:cNvPr id="1774812005" name="Espace réservé de la date 6"/>
          <p:cNvSpPr>
            <a:spLocks noAdjustHandles="1" noChangeArrowheads="1" noChangeShapeType="1" noEditPoints="1" noGrp="1" noMove="1" noResize="1" noRot="1"/>
          </p:cNvSpPr>
          <p:nvPr>
            <p:ph type="dt" sz="half" idx="10"/>
          </p:nvPr>
        </p:nvSpPr>
        <p:spPr bwMode="auto"/>
        <p:txBody>
          <a:bodyPr/>
          <a:lstStyle/>
          <a:p>
            <a:pPr>
              <a:defRPr/>
            </a:pPr>
            <a:fld id="{5D8A63D6-5519-481F-83D6-82004FF8A44A}" type="datetime1">
              <a:rPr lang="fr-FR"/>
              <a:t>15/10/2026</a:t>
            </a:fld>
            <a:endParaRPr lang="fr-FR"/>
          </a:p>
        </p:txBody>
      </p:sp>
      <p:sp>
        <p:nvSpPr>
          <p:cNvPr id="856617948" name="Espace réservé du pied de page 7"/>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623287259" name="Espace réservé du numéro de diapositive 8"/>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980110500"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1135345322" name="Graphique 13"/>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re seul">
    <p:spTree>
      <p:nvGrpSpPr>
        <p:cNvPr id="1" name=""/>
        <p:cNvGrpSpPr/>
        <p:nvPr/>
      </p:nvGrpSpPr>
      <p:grpSpPr bwMode="auto">
        <a:xfrm>
          <a:off x="0" y="0"/>
          <a:ext cx="0" cy="0"/>
          <a:chOff x="0" y="0"/>
          <a:chExt cx="0" cy="0"/>
        </a:xfrm>
      </p:grpSpPr>
      <p:sp>
        <p:nvSpPr>
          <p:cNvPr id="875068441"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1140513398" name="Espace réservé de la date 2"/>
          <p:cNvSpPr>
            <a:spLocks noAdjustHandles="1" noChangeArrowheads="1" noChangeShapeType="1" noEditPoints="1" noGrp="1" noMove="1" noResize="1" noRot="1"/>
          </p:cNvSpPr>
          <p:nvPr>
            <p:ph type="dt" sz="half" idx="10"/>
          </p:nvPr>
        </p:nvSpPr>
        <p:spPr bwMode="auto"/>
        <p:txBody>
          <a:bodyPr/>
          <a:lstStyle/>
          <a:p>
            <a:pPr>
              <a:defRPr/>
            </a:pPr>
            <a:fld id="{788D326E-31FC-4603-9A96-08168D8CEDB1}" type="datetime1">
              <a:rPr lang="fr-FR"/>
              <a:t>15/10/2026</a:t>
            </a:fld>
            <a:endParaRPr lang="fr-FR"/>
          </a:p>
        </p:txBody>
      </p:sp>
      <p:sp>
        <p:nvSpPr>
          <p:cNvPr id="639653528" name="Espace réservé du pied de page 3"/>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788467676" name="Espace réservé du numéro de diapositive 4"/>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68789222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038968291" name="Graphique 9"/>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
        <p:nvSpPr>
          <p:cNvPr id="1868150400" name="Espace réservé du contenu 2"/>
          <p:cNvSpPr>
            <a:spLocks noAdjustHandles="1" noChangeArrowheads="1" noChangeShapeType="1" noEditPoints="1" noGrp="1" noMove="1" noResize="1" noRot="1"/>
          </p:cNvSpPr>
          <p:nvPr>
            <p:ph idx="1"/>
          </p:nvPr>
        </p:nvSpPr>
        <p:spPr bwMode="auto">
          <a:xfrm>
            <a:off x="838200" y="1381119"/>
            <a:ext cx="10515600" cy="4220405"/>
          </a:xfrm>
        </p:spPr>
        <p:txBody>
          <a:bodyPr>
            <a:normAutofit/>
          </a:bodyPr>
          <a:lstStyle>
            <a:lvl1pPr>
              <a:buNone/>
              <a:defRPr sz="1400">
                <a:solidFill>
                  <a:srgbClr val="261E48"/>
                </a:solidFill>
                <a:latin typeface="Montserrat"/>
              </a:defRPr>
            </a:lvl1pPr>
          </a:lstStyle>
          <a:p>
            <a:pPr lvl="0">
              <a:defRPr/>
            </a:pPr>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Planning">
    <p:spTree>
      <p:nvGrpSpPr>
        <p:cNvPr id="1" name=""/>
        <p:cNvGrpSpPr/>
        <p:nvPr/>
      </p:nvGrpSpPr>
      <p:grpSpPr bwMode="auto">
        <a:xfrm>
          <a:off x="0" y="0"/>
          <a:ext cx="0" cy="0"/>
          <a:chOff x="0" y="0"/>
          <a:chExt cx="0" cy="0"/>
        </a:xfrm>
      </p:grpSpPr>
      <p:sp>
        <p:nvSpPr>
          <p:cNvPr id="662792116" name="Titre 1"/>
          <p:cNvSpPr>
            <a:spLocks noAdjustHandles="1" noChangeArrowheads="1" noChangeShapeType="1" noEditPoints="1" noGrp="1" noMove="1" noResize="1" noRot="1"/>
          </p:cNvSpPr>
          <p:nvPr>
            <p:ph type="title"/>
          </p:nvPr>
        </p:nvSpPr>
        <p:spPr bwMode="auto">
          <a:xfrm>
            <a:off x="838200" y="365125"/>
            <a:ext cx="10515600" cy="882000"/>
          </a:xfrm>
        </p:spPr>
        <p:txBody>
          <a:bodyPr/>
          <a:lstStyle/>
          <a:p>
            <a:pPr>
              <a:defRPr/>
            </a:pPr>
            <a:r>
              <a:rPr lang="fr-FR"/>
              <a:t>Modifiez le style du titre</a:t>
            </a:r>
            <a:endParaRPr lang="fr-FR"/>
          </a:p>
        </p:txBody>
      </p:sp>
      <p:sp>
        <p:nvSpPr>
          <p:cNvPr id="843043720" name="Rectangle : coins arrondis 46"/>
          <p:cNvSpPr>
            <a:spLocks noAdjustHandles="1" noChangeArrowheads="1" noChangeShapeType="1" noEditPoints="1" noGrp="1" noMove="1" noResize="1" noRot="1"/>
          </p:cNvSpPr>
          <p:nvPr userDrawn="1"/>
        </p:nvSpPr>
        <p:spPr bwMode="auto">
          <a:xfrm>
            <a:off x="838200"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Lundi</a:t>
            </a:r>
            <a:endParaRPr lang="fr-FR">
              <a:latin typeface="Montserrat"/>
            </a:endParaRPr>
          </a:p>
        </p:txBody>
      </p:sp>
      <p:sp>
        <p:nvSpPr>
          <p:cNvPr id="1066346003" name="Espace réservé de la date 3"/>
          <p:cNvSpPr>
            <a:spLocks noAdjustHandles="1" noChangeArrowheads="1" noChangeShapeType="1" noEditPoints="1" noGrp="1" noMove="1" noResize="1" noRot="1"/>
          </p:cNvSpPr>
          <p:nvPr>
            <p:ph type="dt" sz="half" idx="10"/>
          </p:nvPr>
        </p:nvSpPr>
        <p:spPr bwMode="auto"/>
        <p:txBody>
          <a:bodyPr/>
          <a:lstStyle/>
          <a:p>
            <a:pPr>
              <a:defRPr/>
            </a:pPr>
            <a:fld id="{99C81A82-B47E-4747-9997-636BAF5B294E}" type="datetime1">
              <a:rPr lang="fr-FR"/>
              <a:t>15/10/2026</a:t>
            </a:fld>
            <a:endParaRPr lang="fr-FR"/>
          </a:p>
        </p:txBody>
      </p:sp>
      <p:sp>
        <p:nvSpPr>
          <p:cNvPr id="1599561527" name="Espace réservé du pied de page 4"/>
          <p:cNvSpPr>
            <a:spLocks noAdjustHandles="1" noChangeArrowheads="1" noChangeShapeType="1" noEditPoints="1" noGrp="1" noMove="1" noResize="1" noRot="1"/>
          </p:cNvSpPr>
          <p:nvPr>
            <p:ph type="ftr" sz="quarter" idx="11"/>
          </p:nvPr>
        </p:nvSpPr>
        <p:spPr bwMode="auto"/>
        <p:txBody>
          <a:bodyPr/>
          <a:lstStyle/>
          <a:p>
            <a:pPr>
              <a:defRPr/>
            </a:pPr>
            <a:endParaRPr lang="fr-FR"/>
          </a:p>
        </p:txBody>
      </p:sp>
      <p:sp>
        <p:nvSpPr>
          <p:cNvPr id="1701286298"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‹N°›</a:t>
            </a:fld>
            <a:endParaRPr lang="fr-FR"/>
          </a:p>
        </p:txBody>
      </p:sp>
      <p:sp>
        <p:nvSpPr>
          <p:cNvPr id="172860889" name="Rectangle : coins arrondis 17"/>
          <p:cNvSpPr>
            <a:spLocks noAdjustHandles="1" noChangeArrowheads="1" noChangeShapeType="1" noEditPoints="1" noGrp="1" noMove="1" noResize="1" noRot="1"/>
          </p:cNvSpPr>
          <p:nvPr userDrawn="1"/>
        </p:nvSpPr>
        <p:spPr bwMode="auto">
          <a:xfrm>
            <a:off x="870341"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943190808" name="Espace réservé du contenu 2"/>
          <p:cNvSpPr>
            <a:spLocks noAdjustHandles="1" noChangeArrowheads="1" noChangeShapeType="1" noEditPoints="1" noGrp="1" noMove="1" noResize="1" noRot="1"/>
          </p:cNvSpPr>
          <p:nvPr>
            <p:ph idx="1"/>
          </p:nvPr>
        </p:nvSpPr>
        <p:spPr bwMode="auto">
          <a:xfrm>
            <a:off x="870341"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701949836" name="Freeform 9"/>
          <p:cNvSpPr>
            <a:spLocks noAdjustHandles="1" noChangeArrowheads="1" noChangeShapeType="1" noEditPoints="1" noGrp="1" noMove="1" noResize="1" noRot="1"/>
          </p:cNvSpPr>
          <p:nvPr userDrawn="1"/>
        </p:nvSpPr>
        <p:spPr bwMode="auto">
          <a:xfrm>
            <a:off x="10696575" y="5799895"/>
            <a:ext cx="657225" cy="377067"/>
          </a:xfrm>
          <a:custGeom>
            <a:avLst/>
            <a:gdLst/>
            <a:ahLst/>
            <a:cxnLst/>
            <a:rect l="l" t="t" r="r" b="b"/>
            <a:pathLst>
              <a:path w="1872148" h="1074103" fill="norm" stroke="1" extrusionOk="0">
                <a:moveTo>
                  <a:pt x="0" y="0"/>
                </a:moveTo>
                <a:lnTo>
                  <a:pt x="1872148" y="0"/>
                </a:lnTo>
                <a:lnTo>
                  <a:pt x="1872148" y="1074103"/>
                </a:lnTo>
                <a:lnTo>
                  <a:pt x="0" y="1074103"/>
                </a:lnTo>
                <a:lnTo>
                  <a:pt x="0" y="0"/>
                </a:lnTo>
                <a:close/>
              </a:path>
            </a:pathLst>
          </a:custGeom>
          <a:blipFill rotWithShape="1">
            <a:blip r:embed="rId2"/>
            <a:stretch>
              <a:fillRect l="-107" t="0" r="-106" b="0"/>
            </a:stretch>
          </a:blipFill>
        </p:spPr>
        <p:txBody>
          <a:bodyPr/>
          <a:lstStyle/>
          <a:p>
            <a:pPr>
              <a:defRPr/>
            </a:pPr>
            <a:endParaRPr lang="fr-FR"/>
          </a:p>
        </p:txBody>
      </p:sp>
      <p:pic>
        <p:nvPicPr>
          <p:cNvPr id="2070340597" name="Graphique 11"/>
          <p:cNvPicPr>
            <a:picLocks noAdjustHandles="1" noChangeAspect="1" noChangeArrowheads="1" noChangeShapeType="1" noEditPoints="1" noGrp="1" noMove="1" noResize="1" noRot="1" noCrop="1"/>
          </p:cNvPicPr>
          <p:nvPr userDrawn="1"/>
        </p:nvPicPr>
        <p:blipFill rotWithShape="1">
          <a:blip r:embed="rId3">
            <a:extLst>
              <a:ext uri="{96DAC541-7B7A-43D3-8B79-37D633B846F1}">
                <asvg:svgBlip xmlns:asvg="http://schemas.microsoft.com/office/drawing/2016/SVG/main" r:embed="rId4"/>
              </a:ext>
            </a:extLst>
          </a:blip>
          <a:stretch/>
        </p:blipFill>
        <p:spPr bwMode="auto">
          <a:xfrm>
            <a:off x="9046340" y="5491130"/>
            <a:ext cx="1505455" cy="720000"/>
          </a:xfrm>
          <a:prstGeom prst="rect">
            <a:avLst/>
          </a:prstGeom>
        </p:spPr>
      </p:pic>
      <p:sp>
        <p:nvSpPr>
          <p:cNvPr id="788882913" name="Rectangle : coins arrondis 35"/>
          <p:cNvSpPr>
            <a:spLocks noAdjustHandles="1" noChangeArrowheads="1" noChangeShapeType="1" noEditPoints="1" noGrp="1" noMove="1" noResize="1" noRot="1"/>
          </p:cNvSpPr>
          <p:nvPr userDrawn="1"/>
        </p:nvSpPr>
        <p:spPr bwMode="auto">
          <a:xfrm>
            <a:off x="870341"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20996682" name="Espace réservé du contenu 2"/>
          <p:cNvSpPr>
            <a:spLocks noAdjustHandles="1" noChangeArrowheads="1" noChangeShapeType="1" noEditPoints="1" noGrp="1" noMove="1" noResize="1" noRot="1"/>
          </p:cNvSpPr>
          <p:nvPr>
            <p:ph idx="18"/>
          </p:nvPr>
        </p:nvSpPr>
        <p:spPr bwMode="auto">
          <a:xfrm>
            <a:off x="870341"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53383497" name="Rectangle : coins arrondis 47"/>
          <p:cNvSpPr>
            <a:spLocks noAdjustHandles="1" noChangeArrowheads="1" noChangeShapeType="1" noEditPoints="1" noGrp="1" noMove="1" noResize="1" noRot="1"/>
          </p:cNvSpPr>
          <p:nvPr userDrawn="1"/>
        </p:nvSpPr>
        <p:spPr bwMode="auto">
          <a:xfrm>
            <a:off x="2979173"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Mardi</a:t>
            </a:r>
            <a:endParaRPr lang="fr-FR">
              <a:latin typeface="Montserrat"/>
            </a:endParaRPr>
          </a:p>
        </p:txBody>
      </p:sp>
      <p:sp>
        <p:nvSpPr>
          <p:cNvPr id="1678271205" name="Rectangle : coins arrondis 48"/>
          <p:cNvSpPr>
            <a:spLocks noAdjustHandles="1" noChangeArrowheads="1" noChangeShapeType="1" noEditPoints="1" noGrp="1" noMove="1" noResize="1" noRot="1"/>
          </p:cNvSpPr>
          <p:nvPr userDrawn="1"/>
        </p:nvSpPr>
        <p:spPr bwMode="auto">
          <a:xfrm>
            <a:off x="3011314"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35067582" name="Espace réservé du contenu 2"/>
          <p:cNvSpPr>
            <a:spLocks noAdjustHandles="1" noChangeArrowheads="1" noChangeShapeType="1" noEditPoints="1" noGrp="1" noMove="1" noResize="1" noRot="1"/>
          </p:cNvSpPr>
          <p:nvPr>
            <p:ph idx="19"/>
          </p:nvPr>
        </p:nvSpPr>
        <p:spPr bwMode="auto">
          <a:xfrm>
            <a:off x="3011314"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346198549" name="Rectangle : coins arrondis 50"/>
          <p:cNvSpPr>
            <a:spLocks noAdjustHandles="1" noChangeArrowheads="1" noChangeShapeType="1" noEditPoints="1" noGrp="1" noMove="1" noResize="1" noRot="1"/>
          </p:cNvSpPr>
          <p:nvPr userDrawn="1"/>
        </p:nvSpPr>
        <p:spPr bwMode="auto">
          <a:xfrm>
            <a:off x="3011314"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93766376" name="Espace réservé du contenu 2"/>
          <p:cNvSpPr>
            <a:spLocks noAdjustHandles="1" noChangeArrowheads="1" noChangeShapeType="1" noEditPoints="1" noGrp="1" noMove="1" noResize="1" noRot="1"/>
          </p:cNvSpPr>
          <p:nvPr>
            <p:ph idx="20"/>
          </p:nvPr>
        </p:nvSpPr>
        <p:spPr bwMode="auto">
          <a:xfrm>
            <a:off x="3011314"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393716686" name="Rectangle : coins arrondis 52"/>
          <p:cNvSpPr>
            <a:spLocks noAdjustHandles="1" noChangeArrowheads="1" noChangeShapeType="1" noEditPoints="1" noGrp="1" noMove="1" noResize="1" noRot="1"/>
          </p:cNvSpPr>
          <p:nvPr userDrawn="1"/>
        </p:nvSpPr>
        <p:spPr bwMode="auto">
          <a:xfrm>
            <a:off x="5096754" y="1798534"/>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Mercredi</a:t>
            </a:r>
            <a:endParaRPr lang="fr-FR">
              <a:latin typeface="Montserrat"/>
            </a:endParaRPr>
          </a:p>
        </p:txBody>
      </p:sp>
      <p:sp>
        <p:nvSpPr>
          <p:cNvPr id="949758621" name="Rectangle : coins arrondis 53"/>
          <p:cNvSpPr>
            <a:spLocks noAdjustHandles="1" noChangeArrowheads="1" noChangeShapeType="1" noEditPoints="1" noGrp="1" noMove="1" noResize="1" noRot="1"/>
          </p:cNvSpPr>
          <p:nvPr userDrawn="1"/>
        </p:nvSpPr>
        <p:spPr bwMode="auto">
          <a:xfrm>
            <a:off x="5128895" y="212228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344679918" name="Espace réservé du contenu 2"/>
          <p:cNvSpPr>
            <a:spLocks noAdjustHandles="1" noChangeArrowheads="1" noChangeShapeType="1" noEditPoints="1" noGrp="1" noMove="1" noResize="1" noRot="1"/>
          </p:cNvSpPr>
          <p:nvPr>
            <p:ph idx="21"/>
          </p:nvPr>
        </p:nvSpPr>
        <p:spPr bwMode="auto">
          <a:xfrm>
            <a:off x="5128895" y="212022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670579561" name="Rectangle : coins arrondis 55"/>
          <p:cNvSpPr>
            <a:spLocks noAdjustHandles="1" noChangeArrowheads="1" noChangeShapeType="1" noEditPoints="1" noGrp="1" noMove="1" noResize="1" noRot="1"/>
          </p:cNvSpPr>
          <p:nvPr userDrawn="1"/>
        </p:nvSpPr>
        <p:spPr bwMode="auto">
          <a:xfrm>
            <a:off x="5128895" y="3637651"/>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530072852" name="Espace réservé du contenu 2"/>
          <p:cNvSpPr>
            <a:spLocks noAdjustHandles="1" noChangeArrowheads="1" noChangeShapeType="1" noEditPoints="1" noGrp="1" noMove="1" noResize="1" noRot="1"/>
          </p:cNvSpPr>
          <p:nvPr>
            <p:ph idx="22"/>
          </p:nvPr>
        </p:nvSpPr>
        <p:spPr bwMode="auto">
          <a:xfrm>
            <a:off x="5128895" y="3635593"/>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932470813" name="Rectangle : coins arrondis 57"/>
          <p:cNvSpPr>
            <a:spLocks noAdjustHandles="1" noChangeArrowheads="1" noChangeShapeType="1" noEditPoints="1" noGrp="1" noMove="1" noResize="1" noRot="1"/>
          </p:cNvSpPr>
          <p:nvPr userDrawn="1"/>
        </p:nvSpPr>
        <p:spPr bwMode="auto">
          <a:xfrm>
            <a:off x="7232827" y="1784790"/>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Jeudi</a:t>
            </a:r>
            <a:endParaRPr lang="fr-FR">
              <a:latin typeface="Montserrat"/>
            </a:endParaRPr>
          </a:p>
        </p:txBody>
      </p:sp>
      <p:sp>
        <p:nvSpPr>
          <p:cNvPr id="1082202638" name="Rectangle : coins arrondis 58"/>
          <p:cNvSpPr>
            <a:spLocks noAdjustHandles="1" noChangeArrowheads="1" noChangeShapeType="1" noEditPoints="1" noGrp="1" noMove="1" noResize="1" noRot="1"/>
          </p:cNvSpPr>
          <p:nvPr userDrawn="1"/>
        </p:nvSpPr>
        <p:spPr bwMode="auto">
          <a:xfrm>
            <a:off x="7264968" y="210853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79617561" name="Espace réservé du contenu 2"/>
          <p:cNvSpPr>
            <a:spLocks noAdjustHandles="1" noChangeArrowheads="1" noChangeShapeType="1" noEditPoints="1" noGrp="1" noMove="1" noResize="1" noRot="1"/>
          </p:cNvSpPr>
          <p:nvPr>
            <p:ph idx="23"/>
          </p:nvPr>
        </p:nvSpPr>
        <p:spPr bwMode="auto">
          <a:xfrm>
            <a:off x="7264968" y="2106479"/>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242799117" name="Rectangle : coins arrondis 60"/>
          <p:cNvSpPr>
            <a:spLocks noAdjustHandles="1" noChangeArrowheads="1" noChangeShapeType="1" noEditPoints="1" noGrp="1" noMove="1" noResize="1" noRot="1"/>
          </p:cNvSpPr>
          <p:nvPr userDrawn="1"/>
        </p:nvSpPr>
        <p:spPr bwMode="auto">
          <a:xfrm>
            <a:off x="7264968" y="3623907"/>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843909729" name="Espace réservé du contenu 2"/>
          <p:cNvSpPr>
            <a:spLocks noAdjustHandles="1" noChangeArrowheads="1" noChangeShapeType="1" noEditPoints="1" noGrp="1" noMove="1" noResize="1" noRot="1"/>
          </p:cNvSpPr>
          <p:nvPr>
            <p:ph idx="24"/>
          </p:nvPr>
        </p:nvSpPr>
        <p:spPr bwMode="auto">
          <a:xfrm>
            <a:off x="7264968" y="3621849"/>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622510164" name="Rectangle : coins arrondis 62"/>
          <p:cNvSpPr>
            <a:spLocks noAdjustHandles="1" noChangeArrowheads="1" noChangeShapeType="1" noEditPoints="1" noGrp="1" noMove="1" noResize="1" noRot="1"/>
          </p:cNvSpPr>
          <p:nvPr userDrawn="1"/>
        </p:nvSpPr>
        <p:spPr bwMode="auto">
          <a:xfrm>
            <a:off x="9373800" y="1782902"/>
            <a:ext cx="1980000" cy="3306114"/>
          </a:xfrm>
          <a:prstGeom prst="roundRect">
            <a:avLst>
              <a:gd name="adj" fmla="val 2193"/>
            </a:avLst>
          </a:prstGeom>
          <a:solidFill>
            <a:srgbClr val="261E4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a:pPr>
            <a:r>
              <a:rPr lang="fr-FR" sz="1400">
                <a:latin typeface="Montserrat"/>
              </a:rPr>
              <a:t>Vendredi</a:t>
            </a:r>
            <a:endParaRPr lang="fr-FR">
              <a:latin typeface="Montserrat"/>
            </a:endParaRPr>
          </a:p>
        </p:txBody>
      </p:sp>
      <p:sp>
        <p:nvSpPr>
          <p:cNvPr id="594582001" name="Rectangle : coins arrondis 63"/>
          <p:cNvSpPr>
            <a:spLocks noAdjustHandles="1" noChangeArrowheads="1" noChangeShapeType="1" noEditPoints="1" noGrp="1" noMove="1" noResize="1" noRot="1"/>
          </p:cNvSpPr>
          <p:nvPr userDrawn="1"/>
        </p:nvSpPr>
        <p:spPr bwMode="auto">
          <a:xfrm>
            <a:off x="9405941" y="210664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223766133" name="Espace réservé du contenu 2"/>
          <p:cNvSpPr>
            <a:spLocks noAdjustHandles="1" noChangeArrowheads="1" noChangeShapeType="1" noEditPoints="1" noGrp="1" noMove="1" noResize="1" noRot="1"/>
          </p:cNvSpPr>
          <p:nvPr>
            <p:ph idx="25"/>
          </p:nvPr>
        </p:nvSpPr>
        <p:spPr bwMode="auto">
          <a:xfrm>
            <a:off x="9405941" y="2104590"/>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931631957" name="Rectangle : coins arrondis 65"/>
          <p:cNvSpPr>
            <a:spLocks noAdjustHandles="1" noChangeArrowheads="1" noChangeShapeType="1" noEditPoints="1" noGrp="1" noMove="1" noResize="1" noRot="1"/>
          </p:cNvSpPr>
          <p:nvPr userDrawn="1"/>
        </p:nvSpPr>
        <p:spPr bwMode="auto">
          <a:xfrm>
            <a:off x="9405941" y="3622018"/>
            <a:ext cx="1915718" cy="1437504"/>
          </a:xfrm>
          <a:prstGeom prst="roundRect">
            <a:avLst>
              <a:gd name="adj" fmla="val 2465"/>
            </a:avLst>
          </a:prstGeom>
          <a:solidFill>
            <a:srgbClr val="A1A6D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1806673091" name="Espace réservé du contenu 2"/>
          <p:cNvSpPr>
            <a:spLocks noAdjustHandles="1" noChangeArrowheads="1" noChangeShapeType="1" noEditPoints="1" noGrp="1" noMove="1" noResize="1" noRot="1"/>
          </p:cNvSpPr>
          <p:nvPr>
            <p:ph idx="26"/>
          </p:nvPr>
        </p:nvSpPr>
        <p:spPr bwMode="auto">
          <a:xfrm>
            <a:off x="9405941" y="3619960"/>
            <a:ext cx="1915718" cy="1427672"/>
          </a:xfrm>
        </p:spPr>
        <p:txBody>
          <a:bodyPr>
            <a:normAutofit/>
          </a:bodyPr>
          <a:lstStyle>
            <a:lvl1pPr>
              <a:buNone/>
              <a:defRPr sz="1400">
                <a:solidFill>
                  <a:srgbClr val="261E48"/>
                </a:solidFill>
                <a:latin typeface="Montserrat"/>
              </a:defRPr>
            </a:lvl1pPr>
          </a:lstStyle>
          <a:p>
            <a:pPr lvl="0">
              <a:defRPr/>
            </a:pPr>
            <a:endParaRPr lang="fr-FR"/>
          </a:p>
        </p:txBody>
      </p:sp>
      <p:sp>
        <p:nvSpPr>
          <p:cNvPr id="1424962449" name="Rectangle : coins arrondis 74"/>
          <p:cNvSpPr>
            <a:spLocks noAdjustHandles="1" noChangeArrowheads="1" noChangeShapeType="1" noEditPoints="1" noGrp="1" noMove="1" noResize="1" noRot="1"/>
          </p:cNvSpPr>
          <p:nvPr userDrawn="1"/>
        </p:nvSpPr>
        <p:spPr bwMode="auto">
          <a:xfrm>
            <a:off x="838200" y="5280499"/>
            <a:ext cx="7772400" cy="900000"/>
          </a:xfrm>
          <a:prstGeom prst="roundRect">
            <a:avLst>
              <a:gd name="adj" fmla="val 8457"/>
            </a:avLst>
          </a:prstGeom>
          <a:solidFill>
            <a:srgbClr val="A1A6D4"/>
          </a:solidFill>
          <a:ln w="28575">
            <a:solidFill>
              <a:srgbClr val="261E4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fr-FR"/>
          </a:p>
        </p:txBody>
      </p:sp>
      <p:sp>
        <p:nvSpPr>
          <p:cNvPr id="680814030" name="Espace réservé du texte 76"/>
          <p:cNvSpPr>
            <a:spLocks noAdjustHandles="1" noChangeArrowheads="1" noChangeShapeType="1" noEditPoints="1" noGrp="1" noMove="1" noResize="1" noRot="1"/>
          </p:cNvSpPr>
          <p:nvPr>
            <p:ph type="body" sz="quarter" idx="27"/>
          </p:nvPr>
        </p:nvSpPr>
        <p:spPr bwMode="auto">
          <a:xfrm>
            <a:off x="838198" y="5294243"/>
            <a:ext cx="7772401" cy="882000"/>
          </a:xfrm>
        </p:spPr>
        <p:txBody>
          <a:bodyPr/>
          <a:lstStyle>
            <a:lvl1pPr>
              <a:defRPr>
                <a:solidFill>
                  <a:schemeClr val="bg1"/>
                </a:solidFill>
              </a:defRPr>
            </a:lvl1pPr>
          </a:lstStyle>
          <a:p>
            <a:pPr lvl="0">
              <a:defRPr/>
            </a:pPr>
            <a:r>
              <a:rPr lang="fr-FR"/>
              <a:t>Cliquez pour modifier les styles du texte du masque</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rgbClr val="E4E6F3"/>
        </a:solidFill>
      </p:bgPr>
    </p:bg>
    <p:spTree>
      <p:nvGrpSpPr>
        <p:cNvPr id="1" name=""/>
        <p:cNvGrpSpPr/>
        <p:nvPr/>
      </p:nvGrpSpPr>
      <p:grpSpPr bwMode="auto">
        <a:xfrm>
          <a:off x="0" y="0"/>
          <a:ext cx="0" cy="0"/>
          <a:chOff x="0" y="0"/>
          <a:chExt cx="0" cy="0"/>
        </a:xfrm>
      </p:grpSpPr>
      <p:sp>
        <p:nvSpPr>
          <p:cNvPr id="724378179" name="Espace réservé du titre 1"/>
          <p:cNvSpPr>
            <a:spLocks noAdjustHandles="1" noChangeArrowheads="1" noChangeShapeType="1" noEditPoints="1" noGrp="1" noMove="1" noResize="1" noRot="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fr-FR"/>
              <a:t>Modifiez le style du titre</a:t>
            </a:r>
            <a:endParaRPr/>
          </a:p>
        </p:txBody>
      </p:sp>
      <p:sp>
        <p:nvSpPr>
          <p:cNvPr id="93068869" name="Espace réservé du texte 2"/>
          <p:cNvSpPr>
            <a:spLocks noAdjustHandles="1" noChangeArrowheads="1" noChangeShapeType="1" noEditPoints="1" noGrp="1" noMove="1" noResize="1" noRot="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fr-FR"/>
              <a:t>Contenu texte</a:t>
            </a:r>
            <a:endParaRPr/>
          </a:p>
          <a:p>
            <a:pPr lvl="1">
              <a:defRPr/>
            </a:pPr>
            <a:r>
              <a:rPr lang="fr-FR"/>
              <a:t>Deuxième niveau</a:t>
            </a:r>
            <a:endParaRPr/>
          </a:p>
          <a:p>
            <a:pPr lvl="2">
              <a:defRPr/>
            </a:pPr>
            <a:r>
              <a:rPr lang="fr-FR"/>
              <a:t>Troisième niveau</a:t>
            </a:r>
            <a:endParaRPr/>
          </a:p>
          <a:p>
            <a:pPr lvl="3">
              <a:defRPr/>
            </a:pPr>
            <a:r>
              <a:rPr lang="fr-FR"/>
              <a:t>Quatrième niveau</a:t>
            </a:r>
            <a:endParaRPr/>
          </a:p>
          <a:p>
            <a:pPr lvl="4">
              <a:defRPr/>
            </a:pPr>
            <a:r>
              <a:rPr lang="fr-FR"/>
              <a:t>Cinquième niveau</a:t>
            </a:r>
            <a:endParaRPr/>
          </a:p>
        </p:txBody>
      </p:sp>
      <p:sp>
        <p:nvSpPr>
          <p:cNvPr id="1202596160" name="Espace réservé de la date 3"/>
          <p:cNvSpPr>
            <a:spLocks noAdjustHandles="1" noChangeArrowheads="1" noChangeShapeType="1" noEditPoints="1" noGrp="1" noMove="1" noResize="1" noRot="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Montserrat"/>
              </a:defRPr>
            </a:lvl1pPr>
          </a:lstStyle>
          <a:p>
            <a:pPr>
              <a:defRPr/>
            </a:pPr>
            <a:fld id="{065D9175-3EB5-4180-B9B2-2E197B3E8294}" type="datetime1">
              <a:rPr lang="fr-FR"/>
              <a:t>15/10/2026</a:t>
            </a:fld>
            <a:endParaRPr lang="fr-FR">
              <a:latin typeface="Montserrat"/>
            </a:endParaRPr>
          </a:p>
        </p:txBody>
      </p:sp>
      <p:sp>
        <p:nvSpPr>
          <p:cNvPr id="137318124" name="Espace réservé du pied de page 4"/>
          <p:cNvSpPr>
            <a:spLocks noAdjustHandles="1" noChangeArrowheads="1" noChangeShapeType="1" noEditPoints="1" noGrp="1" noMove="1" noResize="1" noRot="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Montserrat"/>
              </a:defRPr>
            </a:lvl1pPr>
          </a:lstStyle>
          <a:p>
            <a:pPr>
              <a:defRPr/>
            </a:pPr>
            <a:endParaRPr lang="fr-FR">
              <a:latin typeface="Montserrat"/>
            </a:endParaRPr>
          </a:p>
        </p:txBody>
      </p:sp>
      <p:sp>
        <p:nvSpPr>
          <p:cNvPr id="1349724395" name="Espace réservé du numéro de diapositive 5"/>
          <p:cNvSpPr>
            <a:spLocks noAdjustHandles="1" noChangeArrowheads="1" noChangeShapeType="1" noEditPoints="1" noGrp="1" noMove="1" noResize="1" noRot="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a:defRPr>
            </a:lvl1pPr>
          </a:lstStyle>
          <a:p>
            <a:pPr>
              <a:defRPr/>
            </a:pPr>
            <a:fld id="{7AE2D55B-A4E3-4C84-95F3-069B4A0B514D}" type="slidenum">
              <a:rPr lang="fr-FR"/>
              <a:t>‹N°›</a:t>
            </a:fld>
            <a:endParaRPr lang="fr-FR">
              <a:latin typeface="Montserra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1"/>
  <p:txStyles>
    <p:titleStyle>
      <a:lvl1pPr algn="l" defTabSz="914400" rtl="0">
        <a:lnSpc>
          <a:spcPct val="90000"/>
        </a:lnSpc>
        <a:spcBef>
          <a:spcPts val="0"/>
        </a:spcBef>
        <a:buNone/>
        <a:defRPr sz="4400">
          <a:solidFill>
            <a:srgbClr val="261E48"/>
          </a:solidFill>
          <a:latin typeface="+mj-lt"/>
          <a:ea typeface="+mj-ea"/>
          <a:cs typeface="+mj-cs"/>
        </a:defRPr>
      </a:lvl1pPr>
    </p:titleStyle>
    <p:bodyStyle>
      <a:lvl1pPr marL="0" indent="0" algn="l" defTabSz="914400" rtl="0">
        <a:lnSpc>
          <a:spcPct val="90000"/>
        </a:lnSpc>
        <a:spcBef>
          <a:spcPts val="1000"/>
        </a:spcBef>
        <a:buFont typeface="Arial"/>
        <a:buNone/>
        <a:defRPr sz="1400">
          <a:solidFill>
            <a:srgbClr val="261E48"/>
          </a:solidFill>
          <a:latin typeface="Montserrat"/>
          <a:ea typeface="+mn-ea"/>
          <a:cs typeface="+mn-cs"/>
        </a:defRPr>
      </a:lvl1pPr>
      <a:lvl2pPr marL="685800" indent="-228600" algn="l" defTabSz="914400" rtl="0">
        <a:lnSpc>
          <a:spcPct val="90000"/>
        </a:lnSpc>
        <a:spcBef>
          <a:spcPts val="500"/>
        </a:spcBef>
        <a:buFont typeface="Arial"/>
        <a:buChar char="•"/>
        <a:defRPr sz="1800">
          <a:solidFill>
            <a:srgbClr val="261E48"/>
          </a:solidFill>
          <a:latin typeface="Monsterra"/>
          <a:ea typeface="+mn-ea"/>
          <a:cs typeface="+mn-cs"/>
        </a:defRPr>
      </a:lvl2pPr>
      <a:lvl3pPr marL="1143000" indent="-228600" algn="l" defTabSz="914400" rtl="0">
        <a:lnSpc>
          <a:spcPct val="90000"/>
        </a:lnSpc>
        <a:spcBef>
          <a:spcPts val="500"/>
        </a:spcBef>
        <a:buFont typeface="Arial"/>
        <a:buChar char="•"/>
        <a:defRPr sz="1600">
          <a:solidFill>
            <a:srgbClr val="261E48"/>
          </a:solidFill>
          <a:latin typeface="Monsterra"/>
          <a:ea typeface="+mn-ea"/>
          <a:cs typeface="+mn-cs"/>
        </a:defRPr>
      </a:lvl3pPr>
      <a:lvl4pPr marL="1600200" indent="-228600" algn="l" defTabSz="914400" rtl="0">
        <a:lnSpc>
          <a:spcPct val="90000"/>
        </a:lnSpc>
        <a:spcBef>
          <a:spcPts val="500"/>
        </a:spcBef>
        <a:buFont typeface="Arial"/>
        <a:buChar char="•"/>
        <a:defRPr sz="1400">
          <a:solidFill>
            <a:srgbClr val="261E48"/>
          </a:solidFill>
          <a:latin typeface="Monsterra"/>
          <a:ea typeface="+mn-ea"/>
          <a:cs typeface="+mn-cs"/>
        </a:defRPr>
      </a:lvl4pPr>
      <a:lvl5pPr marL="1828800" indent="0" algn="l" defTabSz="914400" rtl="0">
        <a:lnSpc>
          <a:spcPct val="90000"/>
        </a:lnSpc>
        <a:spcBef>
          <a:spcPts val="500"/>
        </a:spcBef>
        <a:buFont typeface="Arial"/>
        <a:buNone/>
        <a:defRPr sz="1400">
          <a:solidFill>
            <a:srgbClr val="261E48"/>
          </a:solidFill>
          <a:latin typeface="Monsterra"/>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fr-F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8688069" name="Titre 1"/>
          <p:cNvSpPr>
            <a:spLocks noAdjustHandles="1" noChangeArrowheads="1" noChangeShapeType="1" noEditPoints="1" noGrp="1" noMove="1" noResize="1" noRot="1"/>
          </p:cNvSpPr>
          <p:nvPr>
            <p:ph type="ctrTitle"/>
          </p:nvPr>
        </p:nvSpPr>
        <p:spPr bwMode="auto"/>
        <p:txBody>
          <a:bodyPr/>
          <a:lstStyle/>
          <a:p>
            <a:pPr>
              <a:defRPr/>
            </a:pPr>
            <a:r>
              <a:rPr lang="fr-FR"/>
              <a:t>WORKSHOP M2</a:t>
            </a:r>
            <a:br>
              <a:rPr lang="fr-FR"/>
            </a:br>
            <a:r>
              <a:rPr lang="fr-FR"/>
              <a:t>2026</a:t>
            </a:r>
            <a:endParaRPr/>
          </a:p>
        </p:txBody>
      </p:sp>
      <p:sp>
        <p:nvSpPr>
          <p:cNvPr id="1529752862" name="Sous-titre 2"/>
          <p:cNvSpPr>
            <a:spLocks noAdjustHandles="1" noChangeArrowheads="1" noChangeShapeType="1" noEditPoints="1" noGrp="1" noMove="1" noResize="1" noRot="1"/>
          </p:cNvSpPr>
          <p:nvPr>
            <p:ph type="subTitle" idx="1"/>
          </p:nvPr>
        </p:nvSpPr>
        <p:spPr bwMode="auto"/>
        <p:txBody>
          <a:bodyPr/>
          <a:lstStyle/>
          <a:p>
            <a:pPr>
              <a:defRPr/>
            </a:pPr>
            <a:r>
              <a:rPr lang="fr-FR"/>
              <a:t>PROJECT RESILIENCE-ALPHA</a:t>
            </a:r>
            <a:endParaRPr/>
          </a:p>
          <a:p>
            <a:pPr>
              <a:defRPr/>
            </a:pPr>
            <a:r>
              <a:rPr lang="fr-FR"/>
              <a:t>« Tout système finit par tomber. La vraie question : le vôtre </a:t>
            </a:r>
            <a:r>
              <a:rPr lang="fr-FR"/>
              <a:t>saura-t-il</a:t>
            </a:r>
            <a:r>
              <a:rPr lang="fr-FR"/>
              <a:t> se relever seul ? »</a:t>
            </a:r>
            <a:endParaRPr/>
          </a:p>
        </p:txBody>
      </p:sp>
      <p:sp>
        <p:nvSpPr>
          <p:cNvPr id="899973322"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2</a:t>
            </a:fld>
            <a:endParaRPr lang="fr-F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800" advClick="1">
        <p:circle/>
      </p:transition>
    </mc:Choice>
    <mc:Fallback>
      <p:transition spd="slow" advClick="1">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76001783" name="Titre 1"/>
          <p:cNvSpPr>
            <a:spLocks noAdjustHandles="1" noChangeArrowheads="1" noChangeShapeType="1" noEditPoints="1" noGrp="1" noMove="1" noResize="1" noRot="1"/>
          </p:cNvSpPr>
          <p:nvPr>
            <p:ph type="title"/>
          </p:nvPr>
        </p:nvSpPr>
        <p:spPr bwMode="auto">
          <a:xfrm>
            <a:off x="838200" y="365125"/>
            <a:ext cx="10515600" cy="882000"/>
          </a:xfrm>
        </p:spPr>
        <p:txBody>
          <a:bodyPr anchor="ctr">
            <a:normAutofit/>
          </a:bodyPr>
          <a:lstStyle/>
          <a:p>
            <a:pPr>
              <a:defRPr/>
            </a:pPr>
            <a:r>
              <a:rPr lang="fr-FR"/>
              <a:t>Le défi en un coup d'œil</a:t>
            </a:r>
            <a:endParaRPr/>
          </a:p>
        </p:txBody>
      </p:sp>
      <p:sp>
        <p:nvSpPr>
          <p:cNvPr id="2020894535" name="Espace réservé du numéro de diapositive 2"/>
          <p:cNvSpPr>
            <a:spLocks noAdjustHandles="1" noChangeArrowheads="1" noChangeShapeType="1" noEditPoints="1" noGrp="1" noMove="1" noResize="1" noRot="1"/>
          </p:cNvSpPr>
          <p:nvPr>
            <p:ph type="sldNum" sz="quarter" idx="12"/>
          </p:nvPr>
        </p:nvSpPr>
        <p:spPr bwMode="auto">
          <a:xfrm>
            <a:off x="8610600" y="6356350"/>
            <a:ext cx="2743200" cy="365125"/>
          </a:xfrm>
        </p:spPr>
        <p:txBody>
          <a:bodyPr anchor="ctr">
            <a:normAutofit/>
          </a:bodyPr>
          <a:lstStyle/>
          <a:p>
            <a:pPr>
              <a:spcAft>
                <a:spcPts val="600"/>
              </a:spcAft>
              <a:defRPr/>
            </a:pPr>
            <a:fld id="{7AE2D55B-A4E3-4C84-95F3-069B4A0B514D}" type="slidenum">
              <a:rPr lang="fr-FR"/>
              <a:t>3</a:t>
            </a:fld>
            <a:endParaRPr lang="fr-FR"/>
          </a:p>
        </p:txBody>
      </p:sp>
      <p:sp>
        <p:nvSpPr>
          <p:cNvPr id="487752222" name="Espace réservé du contenu 4"/>
          <p:cNvSpPr>
            <a:spLocks noAdjustHandles="1" noChangeArrowheads="1" noChangeShapeType="1" noEditPoints="1" noGrp="1" noMove="1" noResize="1" noRot="1"/>
          </p:cNvSpPr>
          <p:nvPr>
            <p:ph idx="1"/>
          </p:nvPr>
        </p:nvSpPr>
        <p:spPr bwMode="auto">
          <a:xfrm>
            <a:off x="838200" y="1381119"/>
            <a:ext cx="5162550" cy="4220405"/>
          </a:xfrm>
        </p:spPr>
        <p:txBody>
          <a:bodyPr>
            <a:normAutofit/>
          </a:bodyPr>
          <a:lstStyle/>
          <a:p>
            <a:pPr>
              <a:defRPr/>
            </a:pPr>
            <a:r>
              <a:rPr lang="fr-FR" sz="1100" b="1"/>
              <a:t>A. Contexte</a:t>
            </a:r>
            <a:endParaRPr/>
          </a:p>
          <a:p>
            <a:pPr>
              <a:defRPr/>
            </a:pPr>
            <a:r>
              <a:rPr lang="fr-FR" sz="1100"/>
              <a:t>Automne 2026. Une plateforme de paiement subit des incidents à répétition. Chaque fois, les équipes la relancent à la main, avec des interventions lentes et impossibles à reproduire. La Direction Nationale de la Sûreté Numérique lance PROJECT RESILIENCE-ALPHA. Votre mission : prouver qu’un système critique peut encaisser une attaque et se rétablir sans intervention humaine.</a:t>
            </a:r>
            <a:endParaRPr/>
          </a:p>
          <a:p>
            <a:pPr>
              <a:defRPr/>
            </a:pPr>
            <a:r>
              <a:rPr lang="fr-FR" sz="1100" b="1"/>
              <a:t>B. Le défi</a:t>
            </a:r>
            <a:endParaRPr/>
          </a:p>
          <a:p>
            <a:pPr lvl="0">
              <a:defRPr/>
            </a:pPr>
            <a:r>
              <a:rPr lang="fr-FR" sz="1100"/>
              <a:t>Un SI de paiement fictif conteneurisé (front, API, authentification, base de données) sur un PC Hôte</a:t>
            </a:r>
            <a:endParaRPr/>
          </a:p>
          <a:p>
            <a:pPr lvl="0">
              <a:defRPr/>
            </a:pPr>
            <a:r>
              <a:rPr lang="fr-FR" sz="1100"/>
              <a:t>Une attaque réelle lancée depuis un PC Attaquant distinct</a:t>
            </a:r>
            <a:endParaRPr/>
          </a:p>
          <a:p>
            <a:pPr lvl="0">
              <a:defRPr/>
            </a:pPr>
            <a:r>
              <a:rPr lang="fr-FR" sz="1100"/>
              <a:t>Une détection par machine </a:t>
            </a:r>
            <a:r>
              <a:rPr lang="fr-FR" sz="1100"/>
              <a:t>learning</a:t>
            </a:r>
            <a:r>
              <a:rPr lang="fr-FR" sz="1100"/>
              <a:t>, et non par de simples seuils fixes</a:t>
            </a:r>
            <a:endParaRPr/>
          </a:p>
          <a:p>
            <a:pPr lvl="0">
              <a:defRPr/>
            </a:pPr>
            <a:r>
              <a:rPr lang="fr-FR" sz="1100"/>
              <a:t>Une remédiation automatique, avec une preuve : une nouvelle transaction réussit après l’incident</a:t>
            </a:r>
            <a:endParaRPr/>
          </a:p>
          <a:p>
            <a:pPr lvl="0">
              <a:defRPr/>
            </a:pPr>
            <a:r>
              <a:rPr lang="fr-FR" sz="1100"/>
              <a:t>5 piliers à interconnecter : DEV, INFRA, IA/DATA, CYBER, TRANSFORMATION</a:t>
            </a:r>
            <a:endParaRPr/>
          </a:p>
          <a:p>
            <a:pPr lvl="0">
              <a:defRPr/>
            </a:pPr>
            <a:r>
              <a:rPr lang="fr-FR" sz="1100"/>
              <a:t>Toute intervention humaine pendant la démo donne 0/5 sur l’axe remédiation</a:t>
            </a:r>
            <a:endParaRPr/>
          </a:p>
        </p:txBody>
      </p:sp>
      <p:pic>
        <p:nvPicPr>
          <p:cNvPr id="789727614" name="Espace réservé du contenu 6"/>
          <p:cNvPicPr>
            <a:picLocks noChangeAspect="1" noGrp="1"/>
          </p:cNvPicPr>
          <p:nvPr>
            <p:ph idx="4294967295"/>
          </p:nvPr>
        </p:nvPicPr>
        <p:blipFill rotWithShape="1">
          <a:blip r:embed="rId3"/>
          <a:srcRect l="0" t="5907" r="-3" b="12340"/>
          <a:stretch/>
        </p:blipFill>
        <p:spPr bwMode="auto">
          <a:xfrm>
            <a:off x="6191250" y="1381119"/>
            <a:ext cx="5162550" cy="4220405"/>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64384319" name="Titre 1"/>
          <p:cNvSpPr>
            <a:spLocks noGrp="1"/>
          </p:cNvSpPr>
          <p:nvPr>
            <p:ph type="title"/>
          </p:nvPr>
        </p:nvSpPr>
        <p:spPr bwMode="auto"/>
        <p:txBody>
          <a:bodyPr/>
          <a:lstStyle/>
          <a:p>
            <a:pPr>
              <a:defRPr/>
            </a:pPr>
            <a:r>
              <a:rPr lang="fr-FR"/>
              <a:t>Techniquement</a:t>
            </a:r>
            <a:endParaRPr/>
          </a:p>
        </p:txBody>
      </p:sp>
      <p:sp>
        <p:nvSpPr>
          <p:cNvPr id="2075132878" name="Espace réservé du numéro de diapositive 2"/>
          <p:cNvSpPr>
            <a:spLocks noGrp="1"/>
          </p:cNvSpPr>
          <p:nvPr>
            <p:ph type="sldNum" sz="quarter" idx="12"/>
          </p:nvPr>
        </p:nvSpPr>
        <p:spPr bwMode="auto"/>
        <p:txBody>
          <a:bodyPr/>
          <a:lstStyle/>
          <a:p>
            <a:pPr>
              <a:defRPr/>
            </a:pPr>
            <a:fld id="{7AE2D55B-A4E3-4C84-95F3-069B4A0B514D}" type="slidenum">
              <a:rPr lang="fr-FR"/>
              <a:t>4</a:t>
            </a:fld>
            <a:endParaRPr lang="fr-FR"/>
          </a:p>
        </p:txBody>
      </p:sp>
      <p:sp>
        <p:nvSpPr>
          <p:cNvPr id="1274635795" name="Sous-titre 3"/>
          <p:cNvSpPr>
            <a:spLocks noGrp="1"/>
          </p:cNvSpPr>
          <p:nvPr>
            <p:ph type="subTitle" idx="13"/>
          </p:nvPr>
        </p:nvSpPr>
        <p:spPr bwMode="auto"/>
        <p:txBody>
          <a:bodyPr>
            <a:normAutofit lnSpcReduction="10000"/>
          </a:bodyPr>
          <a:lstStyle/>
          <a:p>
            <a:pPr>
              <a:defRPr/>
            </a:pPr>
            <a:endParaRPr lang="fr-FR"/>
          </a:p>
        </p:txBody>
      </p:sp>
      <p:sp>
        <p:nvSpPr>
          <p:cNvPr id="1388546007" name="Espace réservé du contenu 4"/>
          <p:cNvSpPr>
            <a:spLocks noGrp="1"/>
          </p:cNvSpPr>
          <p:nvPr>
            <p:ph idx="15"/>
          </p:nvPr>
        </p:nvSpPr>
        <p:spPr bwMode="auto"/>
        <p:txBody>
          <a:bodyPr/>
          <a:lstStyle/>
          <a:p>
            <a:pPr lvl="0">
              <a:defRPr/>
            </a:pPr>
            <a:r>
              <a:rPr lang="fr-FR" b="1"/>
              <a:t>DEV</a:t>
            </a:r>
            <a:r>
              <a:rPr lang="fr-FR"/>
              <a:t> : </a:t>
            </a:r>
            <a:r>
              <a:rPr lang="fr-FR"/>
              <a:t>microservices</a:t>
            </a:r>
            <a:r>
              <a:rPr lang="fr-FR"/>
              <a:t> (Node.js, Python/</a:t>
            </a:r>
            <a:r>
              <a:rPr lang="fr-FR"/>
              <a:t>FastAPI</a:t>
            </a:r>
            <a:r>
              <a:rPr lang="fr-FR"/>
              <a:t> ou Go), API REST ou </a:t>
            </a:r>
            <a:r>
              <a:rPr lang="fr-FR"/>
              <a:t>gRPC</a:t>
            </a:r>
            <a:r>
              <a:rPr lang="fr-FR"/>
              <a:t>, moteur de remédiation, </a:t>
            </a:r>
            <a:r>
              <a:rPr lang="fr-FR"/>
              <a:t>dashboard</a:t>
            </a:r>
            <a:r>
              <a:rPr lang="fr-FR"/>
              <a:t> </a:t>
            </a:r>
            <a:r>
              <a:rPr lang="fr-FR"/>
              <a:t>React</a:t>
            </a:r>
            <a:r>
              <a:rPr lang="fr-FR"/>
              <a:t> + </a:t>
            </a:r>
            <a:r>
              <a:rPr lang="fr-FR"/>
              <a:t>Tailwind</a:t>
            </a:r>
            <a:endParaRPr lang="fr-FR"/>
          </a:p>
          <a:p>
            <a:pPr lvl="0">
              <a:defRPr/>
            </a:pPr>
            <a:r>
              <a:rPr lang="fr-FR" b="1"/>
              <a:t>INFRA</a:t>
            </a:r>
            <a:r>
              <a:rPr lang="fr-FR"/>
              <a:t> : Docker Compose, </a:t>
            </a:r>
            <a:r>
              <a:rPr lang="fr-FR"/>
              <a:t>playbooks</a:t>
            </a:r>
            <a:r>
              <a:rPr lang="fr-FR"/>
              <a:t> Ansible, observabilité Prometheus / </a:t>
            </a:r>
            <a:r>
              <a:rPr lang="fr-FR"/>
              <a:t>Grafana</a:t>
            </a:r>
            <a:r>
              <a:rPr lang="fr-FR"/>
              <a:t> / Loki</a:t>
            </a:r>
            <a:endParaRPr/>
          </a:p>
          <a:p>
            <a:pPr lvl="0">
              <a:defRPr/>
            </a:pPr>
            <a:r>
              <a:rPr lang="fr-FR" b="1"/>
              <a:t>IA / DATA</a:t>
            </a:r>
            <a:r>
              <a:rPr lang="fr-FR"/>
              <a:t> : détection d’anomalies par machine </a:t>
            </a:r>
            <a:r>
              <a:rPr lang="fr-FR"/>
              <a:t>learning</a:t>
            </a:r>
            <a:r>
              <a:rPr lang="fr-FR"/>
              <a:t>, assistant RAG local avec </a:t>
            </a:r>
            <a:r>
              <a:rPr lang="fr-FR"/>
              <a:t>Ollama</a:t>
            </a:r>
            <a:r>
              <a:rPr lang="fr-FR"/>
              <a:t> + </a:t>
            </a:r>
            <a:r>
              <a:rPr lang="fr-FR"/>
              <a:t>LangChain</a:t>
            </a:r>
            <a:r>
              <a:rPr lang="fr-FR"/>
              <a:t> (modèle de 8 milliards de paramètres maximum)</a:t>
            </a:r>
            <a:endParaRPr/>
          </a:p>
          <a:p>
            <a:pPr lvl="0">
              <a:defRPr/>
            </a:pPr>
            <a:r>
              <a:rPr lang="fr-FR" b="1"/>
              <a:t>CYBER</a:t>
            </a:r>
            <a:r>
              <a:rPr lang="fr-FR"/>
              <a:t> : attaque Red Team, WAF, SIEM, durcissement, gestion des secrets (Vault ou SOPS)</a:t>
            </a:r>
            <a:endParaRPr/>
          </a:p>
          <a:p>
            <a:pPr lvl="0">
              <a:defRPr/>
            </a:pPr>
            <a:r>
              <a:rPr lang="fr-FR" b="1"/>
              <a:t>TRANSFORMATION</a:t>
            </a:r>
            <a:r>
              <a:rPr lang="fr-FR"/>
              <a:t> : analyse de risques (EBIOS RM), plans de continuité et de reprise (PCA/PRA), conformité NIS2/DORA, recommandations à la direction</a:t>
            </a:r>
            <a:endParaRPr/>
          </a:p>
        </p:txBody>
      </p:sp>
      <p:sp>
        <p:nvSpPr>
          <p:cNvPr id="1186675135" name="Espace réservé du contenu 5"/>
          <p:cNvSpPr>
            <a:spLocks noGrp="1"/>
          </p:cNvSpPr>
          <p:nvPr>
            <p:ph idx="16"/>
          </p:nvPr>
        </p:nvSpPr>
        <p:spPr bwMode="auto"/>
        <p:txBody>
          <a:bodyPr/>
          <a:lstStyle/>
          <a:p>
            <a:pPr>
              <a:defRPr/>
            </a:pPr>
            <a:r>
              <a:rPr lang="fr-FR" b="1"/>
              <a:t>INSTALLEZ VOTRE LABO DÈS AUJOURD’HUI</a:t>
            </a:r>
            <a:endParaRPr lang="fr-FR"/>
          </a:p>
          <a:p>
            <a:pPr lvl="0">
              <a:defRPr/>
            </a:pPr>
            <a:r>
              <a:rPr lang="fr-FR" b="1"/>
              <a:t>PC Hôte :</a:t>
            </a:r>
            <a:r>
              <a:rPr lang="fr-FR"/>
              <a:t> il fait tourner la plateforme (Docker Desktop + WSL2, 16 Go de RAM minimum)</a:t>
            </a:r>
            <a:endParaRPr/>
          </a:p>
          <a:p>
            <a:pPr lvl="0">
              <a:defRPr/>
            </a:pPr>
            <a:r>
              <a:rPr lang="fr-FR" b="1"/>
              <a:t>PC Attaquant : </a:t>
            </a:r>
            <a:r>
              <a:rPr lang="fr-FR"/>
              <a:t>un poste distinct, qui lance les attaques</a:t>
            </a:r>
            <a:endParaRPr/>
          </a:p>
          <a:p>
            <a:pPr lvl="0">
              <a:defRPr/>
            </a:pPr>
            <a:r>
              <a:rPr lang="fr-FR" b="1"/>
              <a:t>PC IA (facultatif) : </a:t>
            </a:r>
            <a:r>
              <a:rPr lang="fr-FR"/>
              <a:t>il héberge uniquement le modèle de langage</a:t>
            </a:r>
            <a:endParaRPr/>
          </a:p>
          <a:p>
            <a:pPr lvl="0">
              <a:defRPr/>
            </a:pPr>
            <a:r>
              <a:rPr lang="fr-FR" b="1"/>
              <a:t>Réseau : </a:t>
            </a:r>
            <a:r>
              <a:rPr lang="fr-FR"/>
              <a:t>point d’accès mobile Windows « RESILIENCE-G&lt;n&gt; »</a:t>
            </a:r>
            <a:endParaRPr/>
          </a:p>
          <a:p>
            <a:pPr lvl="0">
              <a:defRPr/>
            </a:pPr>
            <a:endParaRPr lang="fr-FR"/>
          </a:p>
          <a:p>
            <a:pPr lvl="0">
              <a:defRPr/>
            </a:pPr>
            <a:r>
              <a:rPr lang="fr-FR" b="1"/>
              <a:t>⚠ Votre système de paiement, c’est vous qui le codez : aucune solution de paiement existante.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03110954" name="Titre 1"/>
          <p:cNvSpPr>
            <a:spLocks noAdjustHandles="1" noChangeArrowheads="1" noChangeShapeType="1" noEditPoints="1" noGrp="1" noMove="1" noResize="1" noRot="1"/>
          </p:cNvSpPr>
          <p:nvPr>
            <p:ph type="title"/>
          </p:nvPr>
        </p:nvSpPr>
        <p:spPr bwMode="auto"/>
        <p:txBody>
          <a:bodyPr/>
          <a:lstStyle/>
          <a:p>
            <a:pPr>
              <a:defRPr/>
            </a:pPr>
            <a:r>
              <a:rPr lang="fr-FR"/>
              <a:t>Planning</a:t>
            </a:r>
            <a:endParaRPr/>
          </a:p>
        </p:txBody>
      </p:sp>
      <p:sp>
        <p:nvSpPr>
          <p:cNvPr id="961928369" name="Espace réservé du numéro de diapositive 2"/>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5</a:t>
            </a:fld>
            <a:endParaRPr lang="fr-FR"/>
          </a:p>
        </p:txBody>
      </p:sp>
      <p:sp>
        <p:nvSpPr>
          <p:cNvPr id="151706540" name="Espace réservé du contenu 3"/>
          <p:cNvSpPr>
            <a:spLocks noAdjustHandles="1" noChangeArrowheads="1" noChangeShapeType="1" noEditPoints="1" noGrp="1" noMove="1" noResize="1" noRot="1"/>
          </p:cNvSpPr>
          <p:nvPr>
            <p:ph idx="1"/>
          </p:nvPr>
        </p:nvSpPr>
        <p:spPr bwMode="auto"/>
        <p:txBody>
          <a:bodyPr/>
          <a:lstStyle/>
          <a:p>
            <a:pPr>
              <a:defRPr/>
            </a:pPr>
            <a:r>
              <a:rPr lang="fr-FR"/>
              <a:t>Présentation du sujet + constitution des consortiums + installation des postes et du réseau</a:t>
            </a:r>
            <a:endParaRPr/>
          </a:p>
        </p:txBody>
      </p:sp>
      <p:sp>
        <p:nvSpPr>
          <p:cNvPr id="198113376" name="Espace réservé du contenu 4"/>
          <p:cNvSpPr>
            <a:spLocks noAdjustHandles="1" noChangeArrowheads="1" noChangeShapeType="1" noEditPoints="1" noGrp="1" noMove="1" noResize="1" noRot="1"/>
          </p:cNvSpPr>
          <p:nvPr>
            <p:ph idx="18"/>
          </p:nvPr>
        </p:nvSpPr>
        <p:spPr bwMode="auto"/>
        <p:txBody>
          <a:bodyPr/>
          <a:lstStyle/>
          <a:p>
            <a:pPr>
              <a:defRPr/>
            </a:pPr>
            <a:r>
              <a:rPr lang="fr-FR"/>
              <a:t>Architecture + analyse de risques EBIOS, validées par les coachs</a:t>
            </a:r>
            <a:endParaRPr/>
          </a:p>
        </p:txBody>
      </p:sp>
      <p:sp>
        <p:nvSpPr>
          <p:cNvPr id="2027847215" name="Espace réservé du contenu 5"/>
          <p:cNvSpPr>
            <a:spLocks noAdjustHandles="1" noChangeArrowheads="1" noChangeShapeType="1" noEditPoints="1" noGrp="1" noMove="1" noResize="1" noRot="1"/>
          </p:cNvSpPr>
          <p:nvPr>
            <p:ph idx="19"/>
          </p:nvPr>
        </p:nvSpPr>
        <p:spPr bwMode="auto"/>
        <p:txBody>
          <a:bodyPr/>
          <a:lstStyle/>
          <a:p>
            <a:pPr>
              <a:defRPr/>
            </a:pPr>
            <a:r>
              <a:rPr lang="fr-FR"/>
              <a:t>Déploiement Docker Compose + Ansible + premiers </a:t>
            </a:r>
            <a:r>
              <a:rPr lang="fr-FR"/>
              <a:t>microservices</a:t>
            </a:r>
            <a:endParaRPr lang="fr-FR"/>
          </a:p>
        </p:txBody>
      </p:sp>
      <p:sp>
        <p:nvSpPr>
          <p:cNvPr id="1817210472" name="Espace réservé du contenu 6"/>
          <p:cNvSpPr>
            <a:spLocks noAdjustHandles="1" noChangeArrowheads="1" noChangeShapeType="1" noEditPoints="1" noGrp="1" noMove="1" noResize="1" noRot="1"/>
          </p:cNvSpPr>
          <p:nvPr>
            <p:ph idx="20"/>
          </p:nvPr>
        </p:nvSpPr>
        <p:spPr bwMode="auto"/>
        <p:txBody>
          <a:bodyPr/>
          <a:lstStyle/>
          <a:p>
            <a:pPr>
              <a:defRPr/>
            </a:pPr>
            <a:r>
              <a:rPr lang="fr-FR"/>
              <a:t>Modèle ML + scripts d’attaque + dossier NIS2/DORA</a:t>
            </a:r>
            <a:endParaRPr/>
          </a:p>
        </p:txBody>
      </p:sp>
      <p:sp>
        <p:nvSpPr>
          <p:cNvPr id="1778744890" name="Espace réservé du contenu 7"/>
          <p:cNvSpPr>
            <a:spLocks noAdjustHandles="1" noChangeArrowheads="1" noChangeShapeType="1" noEditPoints="1" noGrp="1" noMove="1" noResize="1" noRot="1"/>
          </p:cNvSpPr>
          <p:nvPr>
            <p:ph idx="21"/>
          </p:nvPr>
        </p:nvSpPr>
        <p:spPr bwMode="auto"/>
        <p:txBody>
          <a:bodyPr/>
          <a:lstStyle/>
          <a:p>
            <a:pPr>
              <a:defRPr/>
            </a:pPr>
            <a:r>
              <a:rPr lang="fr-FR"/>
              <a:t>Intégration WAF/SIEM + branchement de la détection</a:t>
            </a:r>
            <a:endParaRPr/>
          </a:p>
        </p:txBody>
      </p:sp>
      <p:sp>
        <p:nvSpPr>
          <p:cNvPr id="1999851783" name="Espace réservé du contenu 8"/>
          <p:cNvSpPr>
            <a:spLocks noAdjustHandles="1" noChangeArrowheads="1" noChangeShapeType="1" noEditPoints="1" noGrp="1" noMove="1" noResize="1" noRot="1"/>
          </p:cNvSpPr>
          <p:nvPr>
            <p:ph idx="22"/>
          </p:nvPr>
        </p:nvSpPr>
        <p:spPr bwMode="auto"/>
        <p:txBody>
          <a:bodyPr/>
          <a:lstStyle/>
          <a:p>
            <a:pPr>
              <a:defRPr/>
            </a:pPr>
            <a:r>
              <a:rPr lang="fr-FR"/>
              <a:t>Remédiation + </a:t>
            </a:r>
            <a:r>
              <a:rPr lang="fr-FR"/>
              <a:t>dashboard</a:t>
            </a:r>
            <a:r>
              <a:rPr lang="fr-FR"/>
              <a:t> + premiers tests de reprise</a:t>
            </a:r>
            <a:endParaRPr/>
          </a:p>
        </p:txBody>
      </p:sp>
      <p:sp>
        <p:nvSpPr>
          <p:cNvPr id="766212888" name="Espace réservé du contenu 9"/>
          <p:cNvSpPr>
            <a:spLocks noAdjustHandles="1" noChangeArrowheads="1" noChangeShapeType="1" noEditPoints="1" noGrp="1" noMove="1" noResize="1" noRot="1"/>
          </p:cNvSpPr>
          <p:nvPr>
            <p:ph idx="23"/>
          </p:nvPr>
        </p:nvSpPr>
        <p:spPr bwMode="auto"/>
        <p:txBody>
          <a:bodyPr/>
          <a:lstStyle/>
          <a:p>
            <a:pPr>
              <a:defRPr/>
            </a:pPr>
            <a:r>
              <a:rPr lang="fr-FR"/>
              <a:t>Chaos engineering : injection de défaillances et recette</a:t>
            </a:r>
            <a:endParaRPr/>
          </a:p>
        </p:txBody>
      </p:sp>
      <p:sp>
        <p:nvSpPr>
          <p:cNvPr id="451630248" name="Espace réservé du contenu 10"/>
          <p:cNvSpPr>
            <a:spLocks noAdjustHandles="1" noChangeArrowheads="1" noChangeShapeType="1" noEditPoints="1" noGrp="1" noMove="1" noResize="1" noRot="1"/>
          </p:cNvSpPr>
          <p:nvPr>
            <p:ph idx="24"/>
          </p:nvPr>
        </p:nvSpPr>
        <p:spPr bwMode="auto"/>
        <p:txBody>
          <a:bodyPr/>
          <a:lstStyle/>
          <a:p>
            <a:pPr>
              <a:defRPr/>
            </a:pPr>
            <a:r>
              <a:rPr lang="fr-FR"/>
              <a:t>Tournage du Clip Chrono, gel du code à 17 h, rendus avant 23 h 59</a:t>
            </a:r>
            <a:endParaRPr/>
          </a:p>
        </p:txBody>
      </p:sp>
      <p:sp>
        <p:nvSpPr>
          <p:cNvPr id="457494238" name="Espace réservé du contenu 11"/>
          <p:cNvSpPr>
            <a:spLocks noAdjustHandles="1" noChangeArrowheads="1" noChangeShapeType="1" noEditPoints="1" noGrp="1" noMove="1" noResize="1" noRot="1"/>
          </p:cNvSpPr>
          <p:nvPr>
            <p:ph idx="25"/>
          </p:nvPr>
        </p:nvSpPr>
        <p:spPr bwMode="auto"/>
        <p:txBody>
          <a:bodyPr/>
          <a:lstStyle/>
          <a:p>
            <a:pPr>
              <a:defRPr/>
            </a:pPr>
            <a:r>
              <a:rPr lang="fr-FR"/>
              <a:t>Soutenance locale (selon l’organisation du campus)</a:t>
            </a:r>
            <a:endParaRPr/>
          </a:p>
        </p:txBody>
      </p:sp>
      <p:sp>
        <p:nvSpPr>
          <p:cNvPr id="1124513228" name="Espace réservé du contenu 12"/>
          <p:cNvSpPr>
            <a:spLocks noAdjustHandles="1" noChangeArrowheads="1" noChangeShapeType="1" noEditPoints="1" noGrp="1" noMove="1" noResize="1" noRot="1"/>
          </p:cNvSpPr>
          <p:nvPr>
            <p:ph idx="26"/>
          </p:nvPr>
        </p:nvSpPr>
        <p:spPr bwMode="auto"/>
        <p:txBody>
          <a:bodyPr/>
          <a:lstStyle/>
          <a:p>
            <a:pPr>
              <a:defRPr/>
            </a:pPr>
            <a:r>
              <a:rPr lang="fr-FR"/>
              <a:t>Soutenance locale (selon l’organisation du campus)</a:t>
            </a:r>
            <a:endParaRPr/>
          </a:p>
        </p:txBody>
      </p:sp>
      <p:sp>
        <p:nvSpPr>
          <p:cNvPr id="1091137707" name="Espace réservé du texte 13"/>
          <p:cNvSpPr>
            <a:spLocks noAdjustHandles="1" noChangeArrowheads="1" noChangeShapeType="1" noEditPoints="1" noGrp="1" noMove="1" noResize="1" noRot="1"/>
          </p:cNvSpPr>
          <p:nvPr>
            <p:ph type="body" sz="quarter" idx="27"/>
          </p:nvPr>
        </p:nvSpPr>
        <p:spPr bwMode="auto"/>
        <p:txBody>
          <a:bodyPr>
            <a:normAutofit fontScale="85000" lnSpcReduction="20000"/>
          </a:bodyPr>
          <a:lstStyle/>
          <a:p>
            <a:pPr lvl="0">
              <a:lnSpc>
                <a:spcPct val="100000"/>
              </a:lnSpc>
              <a:spcBef>
                <a:spcPts val="0"/>
              </a:spcBef>
              <a:defRPr/>
            </a:pPr>
            <a:r>
              <a:rPr lang="fr-FR">
                <a:latin typeface="Montserrat Bold"/>
              </a:rPr>
              <a:t>Règles :</a:t>
            </a:r>
            <a:endParaRPr/>
          </a:p>
          <a:p>
            <a:pPr lvl="0">
              <a:spcBef>
                <a:spcPts val="0"/>
              </a:spcBef>
              <a:defRPr/>
            </a:pPr>
            <a:r>
              <a:rPr lang="fr-FR"/>
              <a:t>Émargement suivant le campus.</a:t>
            </a:r>
            <a:endParaRPr/>
          </a:p>
          <a:p>
            <a:pPr lvl="0">
              <a:defRPr/>
            </a:pPr>
            <a:r>
              <a:rPr lang="fr-FR"/>
              <a:t>Présence obligatoire aux soutenances et à la finale nationale.</a:t>
            </a:r>
            <a:endParaRPr/>
          </a:p>
          <a:p>
            <a:pPr lvl="0">
              <a:defRPr/>
            </a:pPr>
            <a:r>
              <a:rPr lang="fr-FR"/>
              <a:t>Propreté des locaux mis à disposition et rangement de la salle.</a:t>
            </a:r>
            <a:endParaRPr/>
          </a:p>
          <a:p>
            <a:pPr lvl="0">
              <a:spcBef>
                <a:spcPts val="0"/>
              </a:spcBef>
              <a:defRPr/>
            </a:pPr>
            <a:endParaRPr lang="fr-FR"/>
          </a:p>
          <a:p>
            <a:pPr>
              <a:defRPr/>
            </a:pPr>
            <a:endParaRPr lang="fr-F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8516611" name="Titre 1"/>
          <p:cNvSpPr>
            <a:spLocks noAdjustHandles="1" noChangeArrowheads="1" noChangeShapeType="1" noEditPoints="1" noGrp="1" noMove="1" noResize="1" noRot="1"/>
          </p:cNvSpPr>
          <p:nvPr>
            <p:ph type="title"/>
          </p:nvPr>
        </p:nvSpPr>
        <p:spPr bwMode="auto"/>
        <p:txBody>
          <a:bodyPr/>
          <a:lstStyle/>
          <a:p>
            <a:pPr>
              <a:defRPr/>
            </a:pPr>
            <a:r>
              <a:rPr lang="fr-FR"/>
              <a:t>Livrables attendus</a:t>
            </a:r>
            <a:endParaRPr/>
          </a:p>
        </p:txBody>
      </p:sp>
      <p:sp>
        <p:nvSpPr>
          <p:cNvPr id="437442015" name="Espace réservé du contenu 2"/>
          <p:cNvSpPr>
            <a:spLocks noAdjustHandles="1" noChangeArrowheads="1" noChangeShapeType="1" noEditPoints="1" noGrp="1" noMove="1" noResize="1" noRot="1"/>
          </p:cNvSpPr>
          <p:nvPr>
            <p:ph idx="1"/>
          </p:nvPr>
        </p:nvSpPr>
        <p:spPr bwMode="auto"/>
        <p:txBody>
          <a:bodyPr/>
          <a:lstStyle/>
          <a:p>
            <a:pPr>
              <a:defRPr/>
            </a:pPr>
            <a:endParaRPr lang="fr-FR" i="1"/>
          </a:p>
          <a:p>
            <a:pPr>
              <a:defRPr/>
            </a:pPr>
            <a:endParaRPr lang="fr-FR" i="1"/>
          </a:p>
          <a:p>
            <a:pPr>
              <a:defRPr/>
            </a:pPr>
            <a:endParaRPr lang="fr-FR" i="1"/>
          </a:p>
          <a:p>
            <a:pPr>
              <a:defRPr/>
            </a:pPr>
            <a:r>
              <a:rPr lang="fr-FR" i="1"/>
              <a:t>Dossier : Workshop2026-M2-G&lt;n&gt;</a:t>
            </a:r>
            <a:endParaRPr lang="fr-FR"/>
          </a:p>
          <a:p>
            <a:pPr marL="285750" lvl="0" indent="-285750">
              <a:buFont typeface="Wingdings"/>
              <a:buChar char="q"/>
              <a:defRPr/>
            </a:pPr>
            <a:r>
              <a:rPr lang="fr-FR"/>
              <a:t>Dossier d’ingénierie et de gouvernance (PDF, 8 à 12 pages hors annexes)</a:t>
            </a:r>
            <a:endParaRPr/>
          </a:p>
          <a:p>
            <a:pPr marL="285750" lvl="0" indent="-285750">
              <a:buFont typeface="Wingdings"/>
              <a:buChar char="q"/>
              <a:defRPr/>
            </a:pPr>
            <a:r>
              <a:rPr lang="fr-FR"/>
              <a:t>Support de présentation (PPTX)</a:t>
            </a:r>
            <a:endParaRPr/>
          </a:p>
          <a:p>
            <a:pPr marL="285750" lvl="0" indent="-285750">
              <a:buFont typeface="Wingdings"/>
              <a:buChar char="q"/>
              <a:defRPr/>
            </a:pPr>
            <a:r>
              <a:rPr lang="fr-FR"/>
              <a:t>Clip Chrono : 60 secondes, sans coupe (MP4)</a:t>
            </a:r>
            <a:endParaRPr/>
          </a:p>
          <a:p>
            <a:pPr marL="285750" lvl="0" indent="-285750">
              <a:buFont typeface="Wingdings"/>
              <a:buChar char="q"/>
              <a:defRPr/>
            </a:pPr>
            <a:r>
              <a:rPr lang="fr-FR"/>
              <a:t>Archive du code source et du déploiement (ZIP, README inclus, aucun secret en clair)</a:t>
            </a:r>
            <a:endParaRPr/>
          </a:p>
          <a:p>
            <a:pPr marL="285750" lvl="0" indent="-285750">
              <a:buFont typeface="Wingdings"/>
              <a:buChar char="q"/>
              <a:defRPr/>
            </a:pPr>
            <a:r>
              <a:rPr lang="fr-FR"/>
              <a:t>RESILIENCE-ALPHA fonctionnel, en démonstration live</a:t>
            </a:r>
            <a:endParaRPr/>
          </a:p>
          <a:p>
            <a:pPr>
              <a:defRPr/>
            </a:pPr>
            <a:r>
              <a:rPr lang="fr-FR" b="1" i="1"/>
              <a:t>Remise avant jeudi 23 h 59</a:t>
            </a:r>
            <a:endParaRPr lang="fr-FR" b="1"/>
          </a:p>
        </p:txBody>
      </p:sp>
      <p:sp>
        <p:nvSpPr>
          <p:cNvPr id="1734094811"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6</a:t>
            </a:fld>
            <a:endParaRPr lang="fr-F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21861544" name="Titre 1"/>
          <p:cNvSpPr>
            <a:spLocks noAdjustHandles="1" noChangeArrowheads="1" noChangeShapeType="1" noEditPoints="1" noGrp="1" noMove="1" noResize="1" noRot="1"/>
          </p:cNvSpPr>
          <p:nvPr>
            <p:ph type="title"/>
          </p:nvPr>
        </p:nvSpPr>
        <p:spPr bwMode="auto"/>
        <p:txBody>
          <a:bodyPr/>
          <a:lstStyle/>
          <a:p>
            <a:pPr>
              <a:defRPr/>
            </a:pPr>
            <a:r>
              <a:rPr lang="fr-FR"/>
              <a:t>Les évaluations</a:t>
            </a:r>
            <a:endParaRPr/>
          </a:p>
        </p:txBody>
      </p:sp>
      <p:sp>
        <p:nvSpPr>
          <p:cNvPr id="208452030" name="Sous-titre 2"/>
          <p:cNvSpPr>
            <a:spLocks noAdjustHandles="1" noChangeArrowheads="1" noChangeShapeType="1" noEditPoints="1" noGrp="1" noMove="1" noResize="1" noRot="1"/>
          </p:cNvSpPr>
          <p:nvPr>
            <p:ph type="subTitle" idx="13"/>
          </p:nvPr>
        </p:nvSpPr>
        <p:spPr bwMode="auto"/>
        <p:txBody>
          <a:bodyPr>
            <a:normAutofit lnSpcReduction="10000"/>
          </a:bodyPr>
          <a:lstStyle/>
          <a:p>
            <a:pPr>
              <a:defRPr/>
            </a:pPr>
            <a:r>
              <a:rPr lang="fr-FR"/>
              <a:t>Grille Locale (20pts)					Grille Nationale (70pts)</a:t>
            </a:r>
            <a:endParaRPr/>
          </a:p>
        </p:txBody>
      </p:sp>
      <p:graphicFrame>
        <p:nvGraphicFramePr>
          <p:cNvPr id="760894762" name="Espace réservé du contenu 7"/>
          <p:cNvGraphicFramePr>
            <a:graphicFrameLocks xmlns:a="http://schemas.openxmlformats.org/drawingml/2006/main" noGrp="1"/>
          </p:cNvGraphicFramePr>
          <p:nvPr>
            <p:ph idx="15"/>
          </p:nvPr>
        </p:nvGraphicFramePr>
        <p:xfrm rot="0">
          <a:off x="429120" y="1840832"/>
          <a:ext cx="5400000" cy="4503702"/>
        </p:xfrm>
        <a:graphic>
          <a:graphicData uri="http://schemas.openxmlformats.org/drawingml/2006/table">
            <a:tbl>
              <a:tblPr firstRow="0" firstCol="0" lastRow="0" lastCol="0" bandRow="0" bandCol="0">
                <a:tableStyleId>{C4B1156A-380E-4F78-BDF5-A606A8083BF9}</a:tableStyleId>
              </a:tblPr>
              <a:tblGrid>
                <a:gridCol w="1800000"/>
                <a:gridCol w="1080000"/>
                <a:gridCol w="2520000"/>
              </a:tblGrid>
              <a:tr h="845858">
                <a:tc>
                  <a:txBody>
                    <a:bodyPr/>
                    <a:p>
                      <a:pPr algn="ctr">
                        <a:buNone/>
                        <a:defRPr/>
                      </a:pPr>
                      <a:r>
                        <a:rPr lang="fr-FR" sz="1200" b="1">
                          <a:solidFill>
                            <a:srgbClr val="261E48"/>
                          </a:solidFill>
                          <a:latin typeface="+mj-lt"/>
                        </a:rPr>
                        <a:t>AXE MAJEUR DE SOUTENANCE LOCALE</a:t>
                      </a:r>
                      <a:endParaRPr/>
                    </a:p>
                  </a:txBody>
                  <a:tcPr marL="40695" marR="40695" marT="20348" marB="20348" anchor="ctr"/>
                </a:tc>
                <a:tc>
                  <a:txBody>
                    <a:bodyPr/>
                    <a:p>
                      <a:pPr algn="ctr">
                        <a:buNone/>
                        <a:defRPr/>
                      </a:pPr>
                      <a:r>
                        <a:rPr lang="fr-FR" sz="1200" b="1">
                          <a:solidFill>
                            <a:srgbClr val="261E48"/>
                          </a:solidFill>
                          <a:latin typeface="+mj-lt"/>
                        </a:rPr>
                        <a:t>POINTS</a:t>
                      </a:r>
                      <a:endParaRPr/>
                    </a:p>
                  </a:txBody>
                  <a:tcPr marL="40695" marR="40695" marT="20348" marB="20348" anchor="ctr"/>
                </a:tc>
                <a:tc>
                  <a:txBody>
                    <a:bodyPr/>
                    <a:p>
                      <a:pPr algn="ctr">
                        <a:buNone/>
                        <a:defRPr/>
                      </a:pPr>
                      <a:r>
                        <a:rPr lang="fr-FR" sz="1200" b="1">
                          <a:solidFill>
                            <a:srgbClr val="261E48"/>
                          </a:solidFill>
                          <a:latin typeface="+mj-lt"/>
                        </a:rPr>
                        <a:t>INDICATEURS</a:t>
                      </a:r>
                      <a:endParaRPr/>
                    </a:p>
                  </a:txBody>
                  <a:tcPr marL="40695" marR="40695" marT="20348" marB="20348" anchor="ctr"/>
                </a:tc>
              </a:tr>
              <a:tr h="845858">
                <a:tc>
                  <a:txBody>
                    <a:bodyPr/>
                    <a:p>
                      <a:pPr>
                        <a:buNone/>
                        <a:defRPr/>
                      </a:pPr>
                      <a:r>
                        <a:rPr lang="fr-FR" sz="1050">
                          <a:solidFill>
                            <a:srgbClr val="261E48"/>
                          </a:solidFill>
                          <a:latin typeface="+mj-lt"/>
                        </a:rPr>
                        <a:t>Axe 1 : Démo live &amp; remédiation autonome</a:t>
                      </a:r>
                      <a:endParaRPr/>
                    </a:p>
                  </a:txBody>
                  <a:tcPr marL="40695" marR="40695" marT="20348" marB="20348" anchor="ctr"/>
                </a:tc>
                <a:tc>
                  <a:txBody>
                    <a:bodyPr/>
                    <a:p>
                      <a:pPr algn="ctr">
                        <a:buNone/>
                        <a:defRPr/>
                      </a:pPr>
                      <a:r>
                        <a:rPr lang="fr-FR" sz="1100">
                          <a:solidFill>
                            <a:srgbClr val="261E48"/>
                          </a:solidFill>
                          <a:latin typeface="Montserrat"/>
                        </a:rPr>
                        <a:t>5</a:t>
                      </a:r>
                      <a:endParaRPr/>
                    </a:p>
                  </a:txBody>
                  <a:tcPr marL="40695" marR="40695" marT="20348" marB="20348" anchor="ctr"/>
                </a:tc>
                <a:tc>
                  <a:txBody>
                    <a:bodyPr/>
                    <a:p>
                      <a:pPr>
                        <a:buNone/>
                        <a:defRPr/>
                      </a:pPr>
                      <a:r>
                        <a:rPr lang="fr-FR" sz="1100">
                          <a:solidFill>
                            <a:srgbClr val="261E48"/>
                          </a:solidFill>
                          <a:latin typeface="Montserrat"/>
                        </a:rPr>
                        <a:t>Attaque lancée depuis le PC Attaquant, détection et reprise sans intervention, nouvelle transaction réussie après l’incident</a:t>
                      </a:r>
                      <a:endParaRPr/>
                    </a:p>
                  </a:txBody>
                  <a:tcPr marL="40695" marR="40695" marT="20348" marB="20348" anchor="ctr"/>
                </a:tc>
              </a:tr>
              <a:tr h="845858">
                <a:tc>
                  <a:txBody>
                    <a:bodyPr/>
                    <a:p>
                      <a:pPr>
                        <a:buNone/>
                        <a:defRPr/>
                      </a:pPr>
                      <a:r>
                        <a:rPr lang="fr-FR" sz="1050">
                          <a:solidFill>
                            <a:srgbClr val="261E48"/>
                          </a:solidFill>
                          <a:latin typeface="+mj-lt"/>
                        </a:rPr>
                        <a:t>Axe 2 : Expertise technique &amp; cohérence des 5 piliers</a:t>
                      </a:r>
                      <a:endParaRPr/>
                    </a:p>
                  </a:txBody>
                  <a:tcPr marL="40695" marR="40695" marT="20348" marB="20348" anchor="ctr"/>
                </a:tc>
                <a:tc>
                  <a:txBody>
                    <a:bodyPr/>
                    <a:p>
                      <a:pPr algn="ctr">
                        <a:buNone/>
                        <a:defRPr/>
                      </a:pPr>
                      <a:r>
                        <a:rPr lang="fr-FR" sz="1100">
                          <a:solidFill>
                            <a:srgbClr val="261E48"/>
                          </a:solidFill>
                          <a:latin typeface="Montserrat"/>
                        </a:rPr>
                        <a:t>4</a:t>
                      </a:r>
                      <a:endParaRPr/>
                    </a:p>
                  </a:txBody>
                  <a:tcPr marL="40695" marR="40695" marT="20348" marB="20348" anchor="ctr"/>
                </a:tc>
                <a:tc>
                  <a:txBody>
                    <a:bodyPr/>
                    <a:p>
                      <a:pPr>
                        <a:buNone/>
                        <a:defRPr/>
                      </a:pPr>
                      <a:r>
                        <a:rPr lang="fr-FR" sz="1100">
                          <a:solidFill>
                            <a:srgbClr val="261E48"/>
                          </a:solidFill>
                          <a:latin typeface="Montserrat"/>
                        </a:rPr>
                        <a:t>Les 5 piliers présents et réellement interconnectés, ML branché sur la remédiation, accès du moteur de remédiation maîtrisés</a:t>
                      </a:r>
                      <a:endParaRPr/>
                    </a:p>
                  </a:txBody>
                  <a:tcPr marL="40695" marR="40695" marT="20348" marB="20348" anchor="ctr"/>
                </a:tc>
              </a:tr>
              <a:tr h="528662">
                <a:tc>
                  <a:txBody>
                    <a:bodyPr/>
                    <a:p>
                      <a:pPr>
                        <a:buNone/>
                        <a:defRPr/>
                      </a:pPr>
                      <a:r>
                        <a:rPr lang="fr-FR" sz="1050">
                          <a:solidFill>
                            <a:srgbClr val="261E48"/>
                          </a:solidFill>
                          <a:latin typeface="+mj-lt"/>
                        </a:rPr>
                        <a:t>Axe 3 : Clip Chrono &amp; </a:t>
                      </a:r>
                      <a:r>
                        <a:rPr lang="fr-FR" sz="1050">
                          <a:solidFill>
                            <a:srgbClr val="261E48"/>
                          </a:solidFill>
                          <a:latin typeface="+mj-lt"/>
                        </a:rPr>
                        <a:t>dashboard</a:t>
                      </a:r>
                      <a:endParaRPr lang="fr-FR" sz="1050">
                        <a:solidFill>
                          <a:srgbClr val="261E48"/>
                        </a:solidFill>
                        <a:latin typeface="+mj-lt"/>
                      </a:endParaRPr>
                    </a:p>
                  </a:txBody>
                  <a:tcPr marL="40695" marR="40695" marT="20348" marB="20348" anchor="ctr"/>
                </a:tc>
                <a:tc>
                  <a:txBody>
                    <a:bodyPr/>
                    <a:p>
                      <a:pPr algn="ctr">
                        <a:buNone/>
                        <a:defRPr/>
                      </a:pPr>
                      <a:r>
                        <a:rPr lang="fr-FR" sz="1100">
                          <a:solidFill>
                            <a:srgbClr val="261E48"/>
                          </a:solidFill>
                          <a:latin typeface="Montserrat"/>
                        </a:rPr>
                        <a:t>4</a:t>
                      </a:r>
                      <a:endParaRPr/>
                    </a:p>
                  </a:txBody>
                  <a:tcPr marL="40695" marR="40695" marT="20348" marB="20348" anchor="ctr"/>
                </a:tc>
                <a:tc>
                  <a:txBody>
                    <a:bodyPr/>
                    <a:p>
                      <a:pPr>
                        <a:buNone/>
                        <a:defRPr/>
                      </a:pPr>
                      <a:r>
                        <a:rPr lang="fr-FR" sz="1100">
                          <a:solidFill>
                            <a:srgbClr val="261E48"/>
                          </a:solidFill>
                          <a:latin typeface="Montserrat"/>
                        </a:rPr>
                        <a:t>60 s en continu et sans coupe, état du service visible avant, pendant et après l’incident</a:t>
                      </a:r>
                      <a:endParaRPr/>
                    </a:p>
                  </a:txBody>
                  <a:tcPr marL="40695" marR="40695" marT="20348" marB="20348" anchor="ctr"/>
                </a:tc>
              </a:tr>
              <a:tr h="687261">
                <a:tc>
                  <a:txBody>
                    <a:bodyPr/>
                    <a:p>
                      <a:pPr>
                        <a:buNone/>
                        <a:defRPr/>
                      </a:pPr>
                      <a:r>
                        <a:rPr lang="fr-FR" sz="1050">
                          <a:solidFill>
                            <a:srgbClr val="261E48"/>
                          </a:solidFill>
                          <a:latin typeface="+mj-lt"/>
                        </a:rPr>
                        <a:t>Axe 4 : Gouvernance, NIS2/DORA &amp; pitch</a:t>
                      </a:r>
                      <a:endParaRPr/>
                    </a:p>
                  </a:txBody>
                  <a:tcPr marL="40695" marR="40695" marT="20348" marB="20348" anchor="ctr"/>
                </a:tc>
                <a:tc>
                  <a:txBody>
                    <a:bodyPr/>
                    <a:p>
                      <a:pPr algn="ctr">
                        <a:buNone/>
                        <a:defRPr/>
                      </a:pPr>
                      <a:r>
                        <a:rPr lang="fr-FR" sz="1100">
                          <a:solidFill>
                            <a:srgbClr val="261E48"/>
                          </a:solidFill>
                          <a:latin typeface="Montserrat"/>
                        </a:rPr>
                        <a:t>4</a:t>
                      </a:r>
                      <a:endParaRPr/>
                    </a:p>
                  </a:txBody>
                  <a:tcPr marL="40695" marR="40695" marT="20348" marB="20348" anchor="ctr"/>
                </a:tc>
                <a:tc>
                  <a:txBody>
                    <a:bodyPr/>
                    <a:p>
                      <a:pPr>
                        <a:buNone/>
                        <a:defRPr/>
                      </a:pPr>
                      <a:r>
                        <a:rPr lang="fr-FR" sz="1100">
                          <a:solidFill>
                            <a:srgbClr val="261E48"/>
                          </a:solidFill>
                          <a:latin typeface="Montserrat"/>
                        </a:rPr>
                        <a:t>EBIOS et PCA/PRA reliés à l’architecture réelle, recommandations argumentées, 5 min respectées</a:t>
                      </a:r>
                      <a:endParaRPr/>
                    </a:p>
                  </a:txBody>
                  <a:tcPr marL="40695" marR="40695" marT="20348" marB="20348" anchor="ctr"/>
                </a:tc>
              </a:tr>
              <a:tr h="687261">
                <a:tc>
                  <a:txBody>
                    <a:bodyPr/>
                    <a:p>
                      <a:pPr>
                        <a:buNone/>
                        <a:defRPr/>
                      </a:pPr>
                      <a:r>
                        <a:rPr lang="fr-FR" sz="1050">
                          <a:solidFill>
                            <a:srgbClr val="261E48"/>
                          </a:solidFill>
                          <a:latin typeface="+mj-lt"/>
                        </a:rPr>
                        <a:t>Axe 5 : Dossier technique &amp; Q&amp;A</a:t>
                      </a:r>
                      <a:endParaRPr/>
                    </a:p>
                  </a:txBody>
                  <a:tcPr marL="40695" marR="40695" marT="20348" marB="20348" anchor="ctr"/>
                </a:tc>
                <a:tc>
                  <a:txBody>
                    <a:bodyPr/>
                    <a:p>
                      <a:pPr algn="ctr">
                        <a:buNone/>
                        <a:defRPr/>
                      </a:pPr>
                      <a:r>
                        <a:rPr lang="fr-FR" sz="1100">
                          <a:solidFill>
                            <a:srgbClr val="261E48"/>
                          </a:solidFill>
                          <a:latin typeface="Montserrat"/>
                        </a:rPr>
                        <a:t>3</a:t>
                      </a:r>
                      <a:endParaRPr/>
                    </a:p>
                  </a:txBody>
                  <a:tcPr marL="40695" marR="40695" marT="20348" marB="20348" anchor="ctr"/>
                </a:tc>
                <a:tc>
                  <a:txBody>
                    <a:bodyPr/>
                    <a:p>
                      <a:pPr>
                        <a:buNone/>
                        <a:defRPr/>
                      </a:pPr>
                      <a:r>
                        <a:rPr lang="fr-FR" sz="1100">
                          <a:solidFill>
                            <a:srgbClr val="261E48"/>
                          </a:solidFill>
                          <a:latin typeface="Montserrat"/>
                        </a:rPr>
                        <a:t>Dossier précis, contribution de chacun visible, maîtrise du code présenté, y compris celui généré par IA</a:t>
                      </a:r>
                      <a:endParaRPr/>
                    </a:p>
                  </a:txBody>
                  <a:tcPr marL="40695" marR="40695" marT="20348" marB="20348" anchor="ctr"/>
                </a:tc>
              </a:tr>
            </a:tbl>
          </a:graphicData>
        </a:graphic>
      </p:graphicFrame>
      <p:graphicFrame>
        <p:nvGraphicFramePr>
          <p:cNvPr id="1979128618" name="Espace réservé du contenu 9"/>
          <p:cNvGraphicFramePr>
            <a:graphicFrameLocks xmlns:a="http://schemas.openxmlformats.org/drawingml/2006/main" noGrp="1"/>
          </p:cNvGraphicFramePr>
          <p:nvPr>
            <p:ph idx="16"/>
          </p:nvPr>
        </p:nvGraphicFramePr>
        <p:xfrm rot="0">
          <a:off x="6362882" y="1840832"/>
          <a:ext cx="5400000" cy="4411922"/>
        </p:xfrm>
        <a:graphic>
          <a:graphicData uri="http://schemas.openxmlformats.org/drawingml/2006/table">
            <a:tbl>
              <a:tblPr firstRow="0" firstCol="0" lastRow="0" lastCol="0" bandRow="0" bandCol="0">
                <a:tableStyleId>{C4B1156A-380E-4F78-BDF5-A606A8083BF9}</a:tableStyleId>
              </a:tblPr>
              <a:tblGrid>
                <a:gridCol w="1800000"/>
                <a:gridCol w="1080000"/>
                <a:gridCol w="2520000"/>
              </a:tblGrid>
              <a:tr h="817022">
                <a:tc>
                  <a:txBody>
                    <a:bodyPr/>
                    <a:p>
                      <a:pPr algn="ctr">
                        <a:buNone/>
                        <a:defRPr/>
                      </a:pPr>
                      <a:r>
                        <a:rPr lang="fr-FR" sz="1200" b="1">
                          <a:solidFill>
                            <a:srgbClr val="261E48"/>
                          </a:solidFill>
                          <a:latin typeface="+mj-lt"/>
                          <a:ea typeface="+mn-ea"/>
                          <a:cs typeface="+mn-cs"/>
                        </a:rPr>
                        <a:t>AXE MAJEUR DE SOUTENANCE NATIONALE</a:t>
                      </a:r>
                      <a:endParaRPr/>
                    </a:p>
                  </a:txBody>
                  <a:tcPr marL="40695" marR="40695" marT="20348" marB="20348" anchor="ctr"/>
                </a:tc>
                <a:tc>
                  <a:txBody>
                    <a:bodyPr/>
                    <a:p>
                      <a:pPr algn="ctr">
                        <a:buNone/>
                        <a:defRPr/>
                      </a:pPr>
                      <a:r>
                        <a:rPr lang="fr-FR" sz="1200" b="1">
                          <a:solidFill>
                            <a:srgbClr val="261E48"/>
                          </a:solidFill>
                          <a:latin typeface="+mj-lt"/>
                        </a:rPr>
                        <a:t>POINTS</a:t>
                      </a:r>
                      <a:endParaRPr/>
                    </a:p>
                  </a:txBody>
                  <a:tcPr marL="40695" marR="40695" marT="20348" marB="20348" anchor="ctr"/>
                </a:tc>
                <a:tc>
                  <a:txBody>
                    <a:bodyPr/>
                    <a:p>
                      <a:pPr algn="ctr">
                        <a:buNone/>
                        <a:defRPr/>
                      </a:pPr>
                      <a:r>
                        <a:rPr lang="fr-FR" sz="1200" b="1">
                          <a:solidFill>
                            <a:srgbClr val="261E48"/>
                          </a:solidFill>
                          <a:latin typeface="+mj-lt"/>
                        </a:rPr>
                        <a:t>INDICATEURS</a:t>
                      </a:r>
                      <a:endParaRPr/>
                    </a:p>
                  </a:txBody>
                  <a:tcPr marL="40695" marR="40695" marT="20348" marB="20348" anchor="ctr"/>
                </a:tc>
              </a:tr>
              <a:tr h="817022">
                <a:tc>
                  <a:txBody>
                    <a:bodyPr/>
                    <a:p>
                      <a:pPr>
                        <a:buNone/>
                        <a:defRPr/>
                      </a:pPr>
                      <a:r>
                        <a:rPr lang="fr-FR" sz="1100">
                          <a:solidFill>
                            <a:srgbClr val="261E48"/>
                          </a:solidFill>
                          <a:latin typeface="+mj-lt"/>
                        </a:rPr>
                        <a:t>Démonstration en direct</a:t>
                      </a:r>
                      <a:endParaRPr/>
                    </a:p>
                  </a:txBody>
                  <a:tcPr marL="40695" marR="40695" marT="20348" marB="20348" anchor="ctr"/>
                </a:tc>
                <a:tc>
                  <a:txBody>
                    <a:bodyPr/>
                    <a:p>
                      <a:pPr algn="ctr">
                        <a:buNone/>
                        <a:defRPr/>
                      </a:pPr>
                      <a:r>
                        <a:rPr lang="fr-FR" sz="1100">
                          <a:solidFill>
                            <a:srgbClr val="261E48"/>
                          </a:solidFill>
                          <a:latin typeface="Montserrat"/>
                        </a:rPr>
                        <a:t>25</a:t>
                      </a:r>
                      <a:endParaRPr/>
                    </a:p>
                  </a:txBody>
                  <a:tcPr marL="40695" marR="40695" marT="20348" marB="20348" anchor="ctr"/>
                </a:tc>
                <a:tc>
                  <a:txBody>
                    <a:bodyPr/>
                    <a:p>
                      <a:pPr>
                        <a:buNone/>
                        <a:defRPr/>
                      </a:pPr>
                      <a:r>
                        <a:rPr lang="fr-FR" sz="1100">
                          <a:solidFill>
                            <a:srgbClr val="261E48"/>
                          </a:solidFill>
                          <a:latin typeface="Montserrat"/>
                        </a:rPr>
                        <a:t>Attaque et reprise automatique montrées en live en 3 min, depuis le PC Hôte</a:t>
                      </a:r>
                      <a:endParaRPr/>
                    </a:p>
                  </a:txBody>
                  <a:tcPr marL="40695" marR="40695" marT="20348" marB="20348" anchor="ctr"/>
                </a:tc>
              </a:tr>
              <a:tr h="817022">
                <a:tc>
                  <a:txBody>
                    <a:bodyPr/>
                    <a:p>
                      <a:pPr>
                        <a:buNone/>
                        <a:defRPr/>
                      </a:pPr>
                      <a:r>
                        <a:rPr lang="fr-FR" sz="1100">
                          <a:solidFill>
                            <a:srgbClr val="261E48"/>
                          </a:solidFill>
                          <a:latin typeface="+mj-lt"/>
                        </a:rPr>
                        <a:t>Clip Chrono</a:t>
                      </a:r>
                      <a:endParaRPr/>
                    </a:p>
                  </a:txBody>
                  <a:tcPr marL="40695" marR="40695" marT="20348" marB="20348" anchor="ctr"/>
                </a:tc>
                <a:tc>
                  <a:txBody>
                    <a:bodyPr/>
                    <a:p>
                      <a:pPr algn="ctr">
                        <a:buNone/>
                        <a:defRPr/>
                      </a:pPr>
                      <a:r>
                        <a:rPr lang="fr-FR" sz="1100">
                          <a:solidFill>
                            <a:srgbClr val="261E48"/>
                          </a:solidFill>
                          <a:latin typeface="Montserrat"/>
                        </a:rPr>
                        <a:t>15</a:t>
                      </a:r>
                      <a:endParaRPr/>
                    </a:p>
                  </a:txBody>
                  <a:tcPr marL="40695" marR="40695" marT="20348" marB="20348" anchor="ctr"/>
                </a:tc>
                <a:tc>
                  <a:txBody>
                    <a:bodyPr/>
                    <a:p>
                      <a:pPr>
                        <a:buNone/>
                        <a:defRPr/>
                      </a:pPr>
                      <a:r>
                        <a:rPr lang="fr-FR" sz="1100">
                          <a:solidFill>
                            <a:srgbClr val="261E48"/>
                          </a:solidFill>
                          <a:latin typeface="Montserrat"/>
                        </a:rPr>
                        <a:t>Séquence continue attaque, détection, reprise, vérification, lisible à distance</a:t>
                      </a:r>
                      <a:endParaRPr/>
                    </a:p>
                  </a:txBody>
                  <a:tcPr marL="40695" marR="40695" marT="20348" marB="20348" anchor="ctr"/>
                </a:tc>
              </a:tr>
              <a:tr h="817022">
                <a:tc>
                  <a:txBody>
                    <a:bodyPr/>
                    <a:p>
                      <a:pPr>
                        <a:buNone/>
                        <a:defRPr/>
                      </a:pPr>
                      <a:r>
                        <a:rPr lang="fr-FR" sz="1100">
                          <a:solidFill>
                            <a:srgbClr val="261E48"/>
                          </a:solidFill>
                          <a:latin typeface="+mj-lt"/>
                        </a:rPr>
                        <a:t>Pitch stratégique</a:t>
                      </a:r>
                      <a:endParaRPr/>
                    </a:p>
                  </a:txBody>
                  <a:tcPr marL="40695" marR="40695" marT="20348" marB="20348" anchor="ctr"/>
                </a:tc>
                <a:tc>
                  <a:txBody>
                    <a:bodyPr/>
                    <a:p>
                      <a:pPr algn="ctr">
                        <a:buNone/>
                        <a:defRPr/>
                      </a:pPr>
                      <a:r>
                        <a:rPr lang="fr-FR" sz="1100">
                          <a:solidFill>
                            <a:srgbClr val="261E48"/>
                          </a:solidFill>
                          <a:latin typeface="Montserrat"/>
                        </a:rPr>
                        <a:t>10</a:t>
                      </a:r>
                      <a:endParaRPr/>
                    </a:p>
                  </a:txBody>
                  <a:tcPr marL="40695" marR="40695" marT="20348" marB="20348" anchor="ctr"/>
                </a:tc>
                <a:tc>
                  <a:txBody>
                    <a:bodyPr/>
                    <a:p>
                      <a:pPr>
                        <a:buNone/>
                        <a:defRPr/>
                      </a:pPr>
                      <a:r>
                        <a:rPr lang="fr-FR" sz="1100">
                          <a:solidFill>
                            <a:srgbClr val="261E48"/>
                          </a:solidFill>
                          <a:latin typeface="Montserrat"/>
                        </a:rPr>
                        <a:t>Démarche claire en 1 min, introduction individuelle</a:t>
                      </a:r>
                      <a:endParaRPr/>
                    </a:p>
                  </a:txBody>
                  <a:tcPr marL="40695" marR="40695" marT="20348" marB="20348" anchor="ctr"/>
                </a:tc>
              </a:tr>
              <a:tr h="571917">
                <a:tc>
                  <a:txBody>
                    <a:bodyPr/>
                    <a:p>
                      <a:pPr>
                        <a:buNone/>
                        <a:defRPr/>
                      </a:pPr>
                      <a:r>
                        <a:rPr lang="fr-FR" sz="1100">
                          <a:solidFill>
                            <a:srgbClr val="261E48"/>
                          </a:solidFill>
                          <a:latin typeface="+mj-lt"/>
                        </a:rPr>
                        <a:t>Expertise technique &amp; architecture</a:t>
                      </a:r>
                      <a:endParaRPr/>
                    </a:p>
                  </a:txBody>
                  <a:tcPr marL="40695" marR="40695" marT="20348" marB="20348" anchor="ctr"/>
                </a:tc>
                <a:tc>
                  <a:txBody>
                    <a:bodyPr/>
                    <a:p>
                      <a:pPr algn="ctr">
                        <a:buNone/>
                        <a:defRPr/>
                      </a:pPr>
                      <a:r>
                        <a:rPr lang="fr-FR" sz="1100">
                          <a:solidFill>
                            <a:srgbClr val="261E48"/>
                          </a:solidFill>
                          <a:latin typeface="Montserrat"/>
                        </a:rPr>
                        <a:t>10</a:t>
                      </a:r>
                      <a:endParaRPr/>
                    </a:p>
                  </a:txBody>
                  <a:tcPr marL="40695" marR="40695" marT="20348" marB="20348" anchor="ctr"/>
                </a:tc>
                <a:tc>
                  <a:txBody>
                    <a:bodyPr/>
                    <a:p>
                      <a:pPr>
                        <a:buNone/>
                        <a:defRPr/>
                      </a:pPr>
                      <a:r>
                        <a:rPr lang="fr-FR" sz="1100">
                          <a:solidFill>
                            <a:srgbClr val="261E48"/>
                          </a:solidFill>
                          <a:latin typeface="Montserrat"/>
                        </a:rPr>
                        <a:t>Chaîne cohérente de bout en bout, choix techniques justifiés</a:t>
                      </a:r>
                      <a:endParaRPr/>
                    </a:p>
                  </a:txBody>
                  <a:tcPr marL="40695" marR="40695" marT="20348" marB="20348" anchor="ctr"/>
                </a:tc>
              </a:tr>
              <a:tr h="571917">
                <a:tc>
                  <a:txBody>
                    <a:bodyPr/>
                    <a:p>
                      <a:pPr>
                        <a:buNone/>
                        <a:defRPr/>
                      </a:pPr>
                      <a:r>
                        <a:rPr lang="fr-FR" sz="1100">
                          <a:solidFill>
                            <a:srgbClr val="261E48"/>
                          </a:solidFill>
                          <a:latin typeface="+mj-lt"/>
                        </a:rPr>
                        <a:t>Gouvernance &amp; conformité</a:t>
                      </a:r>
                      <a:endParaRPr/>
                    </a:p>
                  </a:txBody>
                  <a:tcPr marL="40695" marR="40695" marT="20348" marB="20348" anchor="ctr"/>
                </a:tc>
                <a:tc>
                  <a:txBody>
                    <a:bodyPr/>
                    <a:p>
                      <a:pPr algn="ctr">
                        <a:buNone/>
                        <a:defRPr/>
                      </a:pPr>
                      <a:r>
                        <a:rPr lang="fr-FR" sz="1100">
                          <a:solidFill>
                            <a:srgbClr val="261E48"/>
                          </a:solidFill>
                          <a:latin typeface="Montserrat"/>
                        </a:rPr>
                        <a:t>10</a:t>
                      </a:r>
                      <a:endParaRPr/>
                    </a:p>
                  </a:txBody>
                  <a:tcPr marL="40695" marR="40695" marT="20348" marB="20348" anchor="ctr"/>
                </a:tc>
                <a:tc>
                  <a:txBody>
                    <a:bodyPr/>
                    <a:p>
                      <a:pPr>
                        <a:buNone/>
                        <a:defRPr/>
                      </a:pPr>
                      <a:r>
                        <a:rPr lang="fr-FR" sz="1100">
                          <a:solidFill>
                            <a:srgbClr val="261E48"/>
                          </a:solidFill>
                          <a:latin typeface="Montserrat"/>
                        </a:rPr>
                        <a:t>Risques, PCA/PRA et NIS2/DORA reliés au démonstrateur</a:t>
                      </a:r>
                      <a:endParaRPr/>
                    </a:p>
                  </a:txBody>
                  <a:tcPr marL="40695" marR="40695" marT="20348" marB="20348" anchor="ctr"/>
                </a:tc>
              </a:tr>
            </a:tbl>
          </a:graphicData>
        </a:graphic>
      </p:graphicFrame>
      <p:sp>
        <p:nvSpPr>
          <p:cNvPr id="534736572" name="Espace réservé du numéro de diapositive 5"/>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7</a:t>
            </a:fld>
            <a:endParaRPr lang="fr-F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45709390" name="Titre 1"/>
          <p:cNvSpPr>
            <a:spLocks noAdjustHandles="1" noChangeArrowheads="1" noChangeShapeType="1" noEditPoints="1" noGrp="1" noMove="1" noResize="1" noRot="1"/>
          </p:cNvSpPr>
          <p:nvPr>
            <p:ph type="ctrTitle"/>
          </p:nvPr>
        </p:nvSpPr>
        <p:spPr bwMode="auto"/>
        <p:txBody>
          <a:bodyPr/>
          <a:lstStyle/>
          <a:p>
            <a:pPr algn="ctr">
              <a:defRPr/>
            </a:pPr>
            <a:r>
              <a:rPr lang="fr-FR"/>
              <a:t>A VOUS DE JOUER !</a:t>
            </a:r>
            <a:endParaRPr/>
          </a:p>
        </p:txBody>
      </p:sp>
      <p:sp>
        <p:nvSpPr>
          <p:cNvPr id="219908772" name="Sous-titre 2"/>
          <p:cNvSpPr>
            <a:spLocks noAdjustHandles="1" noChangeArrowheads="1" noChangeShapeType="1" noEditPoints="1" noGrp="1" noMove="1" noResize="1" noRot="1"/>
          </p:cNvSpPr>
          <p:nvPr>
            <p:ph type="subTitle" idx="1"/>
          </p:nvPr>
        </p:nvSpPr>
        <p:spPr bwMode="auto"/>
        <p:txBody>
          <a:bodyPr/>
          <a:lstStyle/>
          <a:p>
            <a:pPr>
              <a:defRPr/>
            </a:pPr>
            <a:r>
              <a:rPr lang="fr-FR"/>
              <a:t>« RESILIENCE-ALPHA est lancé. Attaquez votre propre système, laissez-le se défendre, et prouvez qu’il se relève seul. Rendez-vous vendredi. »</a:t>
            </a:r>
            <a:endParaRPr/>
          </a:p>
        </p:txBody>
      </p:sp>
      <p:sp>
        <p:nvSpPr>
          <p:cNvPr id="1020992158" name="Espace réservé du numéro de diapositive 3"/>
          <p:cNvSpPr>
            <a:spLocks noAdjustHandles="1" noChangeArrowheads="1" noChangeShapeType="1" noEditPoints="1" noGrp="1" noMove="1" noResize="1" noRot="1"/>
          </p:cNvSpPr>
          <p:nvPr>
            <p:ph type="sldNum" sz="quarter" idx="12"/>
          </p:nvPr>
        </p:nvSpPr>
        <p:spPr bwMode="auto"/>
        <p:txBody>
          <a:bodyPr/>
          <a:lstStyle/>
          <a:p>
            <a:pPr>
              <a:defRPr/>
            </a:pPr>
            <a:fld id="{7AE2D55B-A4E3-4C84-95F3-069B4A0B514D}" type="slidenum">
              <a:rPr lang="fr-FR"/>
              <a:t>8</a:t>
            </a:fld>
            <a:endParaRPr lang="fr-F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ersonnalisé 1">
      <a:majorFont>
        <a:latin typeface="Montserrat Bold"/>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ppt/theme/theme3.xml><?xml version="1.0" encoding="utf-8"?>
<a:theme xmlns:a="http://schemas.openxmlformats.org/drawingml/2006/main" xmlns:r="http://schemas.openxmlformats.org/officeDocument/2006/relationships" xmlns:p="http://schemas.openxmlformats.org/presentation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majorFont>
      <a:minorFont>
        <a:latin typeface="Aptos"/>
        <a:ea typeface=""/>
        <a:cs typeface=""/>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13F0084B24AA74087E0D5FB9F267B1F" ma:contentTypeVersion="16" ma:contentTypeDescription="Crée un document." ma:contentTypeScope="" ma:versionID="2ac75a28b3010b5a27d92b95b97488e5">
  <xsd:schema xmlns:xsd="http://www.w3.org/2001/XMLSchema" xmlns:xs="http://www.w3.org/2001/XMLSchema" xmlns:p="http://schemas.microsoft.com/office/2006/metadata/properties" xmlns:ns2="40db4c2f-5dfe-4423-b7fa-968caa59f9fe" xmlns:ns3="94eab51b-fcae-4bce-a35e-bdc099b66db8" targetNamespace="http://schemas.microsoft.com/office/2006/metadata/properties" ma:root="true" ma:fieldsID="d2a5da541a69ca39a5d72e2beeae0901" ns2:_="" ns3:_="">
    <xsd:import namespace="40db4c2f-5dfe-4423-b7fa-968caa59f9fe"/>
    <xsd:import namespace="94eab51b-fcae-4bce-a35e-bdc099b66db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db4c2f-5dfe-4423-b7fa-968caa59f9fe"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TaxCatchAll" ma:index="16" nillable="true" ma:displayName="Taxonomy Catch All Column" ma:hidden="true" ma:list="{daaea374-6cc6-4ade-87c3-604972e7ecff}" ma:internalName="TaxCatchAll" ma:showField="CatchAllData" ma:web="40db4c2f-5dfe-4423-b7fa-968caa59f9f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4eab51b-fcae-4bce-a35e-bdc099b66db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Balises d’images" ma:readOnly="false" ma:fieldId="{5cf76f15-5ced-4ddc-b409-7134ff3c332f}" ma:taxonomyMulti="true" ma:sspId="73ec7504-3861-4c39-9b6d-002a7ae0acd0"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0db4c2f-5dfe-4423-b7fa-968caa59f9fe" xsi:nil="true"/>
    <lcf76f155ced4ddcb4097134ff3c332f xmlns="94eab51b-fcae-4bce-a35e-bdc099b66db8">
      <Terms xmlns="http://schemas.microsoft.com/office/infopath/2007/PartnerControls"/>
    </lcf76f155ced4ddcb4097134ff3c332f>
    <SharedWithUsers xmlns="40db4c2f-5dfe-4423-b7fa-968caa59f9fe">
      <UserInfo>
        <DisplayName/>
        <AccountId xsi:nil="true"/>
        <AccountType/>
      </UserInfo>
    </SharedWithUsers>
  </documentManagement>
</p:properties>
</file>

<file path=customXml/itemProps1.xml><?xml version="1.0" encoding="utf-8"?>
<ds:datastoreItem xmlns:ds="http://schemas.openxmlformats.org/officeDocument/2006/customXml" ds:itemID="9837D655-62B0-4CEB-91FB-A72FEBF8F165">
  <ds:schemaRefs>
    <ds:schemaRef ds:uri="http://schemas.microsoft.com/sharepoint/v3/contenttype/forms"/>
  </ds:schemaRefs>
</ds:datastoreItem>
</file>

<file path=customXml/itemProps2.xml><?xml version="1.0" encoding="utf-8"?>
<ds:datastoreItem xmlns:ds="http://schemas.openxmlformats.org/officeDocument/2006/customXml" ds:itemID="00334F52-FB19-49F1-94B9-DE8F4775F4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0db4c2f-5dfe-4423-b7fa-968caa59f9fe"/>
    <ds:schemaRef ds:uri="94eab51b-fcae-4bce-a35e-bdc099b66db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customXml/itemProps3.xml><?xml version="1.0" encoding="utf-8"?>
<ds:datastoreItem xmlns:ds="http://schemas.openxmlformats.org/officeDocument/2006/customXml" ds:itemID="71C66B1F-ADA7-498F-9326-33CCE7A44AD1">
  <ds:schemaRefs>
    <ds:schemaRef ds:uri="http://schemas.microsoft.com/office/infopath/2007/PartnerControls"/>
    <ds:schemaRef ds:uri="http://purl.org/dc/elements/1.1/"/>
    <ds:schemaRef ds:uri="http://purl.org/dc/dcmitype/"/>
    <ds:schemaRef ds:uri="40db4c2f-5dfe-4423-b7fa-968caa59f9fe"/>
    <ds:schemaRef ds:uri="http://schemas.openxmlformats.org/package/2006/metadata/core-properties"/>
    <ds:schemaRef ds:uri="http://schemas.microsoft.com/office/2006/documentManagement/types"/>
    <ds:schemaRef ds:uri="http://purl.org/dc/terms/"/>
    <ds:schemaRef ds:uri="94eab51b-fcae-4bce-a35e-bdc099b66db8"/>
    <ds:schemaRef ds:uri="http://schemas.microsoft.com/office/2006/metadata/properties"/>
    <ds:schemaRef ds:uri="http://www.w3.org/XML/1998/namespace"/>
    <ds:schemaRef ds:uri="http://www.w3.org/2001/XMLSchema-instance"/>
  </ds:schemaRefs>
</ds:datastoreItem>
</file>

<file path=docProps/app.xml><?xml version="1.0" encoding="utf-8"?>
<Properties xmlns="http://schemas.openxmlformats.org/officeDocument/2006/extended-properties" xmlns:vt="http://schemas.openxmlformats.org/officeDocument/2006/docPropsVTypes">
  <Template>MODELE_PPTX_2627_WORKSHOP_COACH 1</Template>
  <TotalTime>0</TotalTime>
  <Words>0</Words>
  <Application>ONLYOFFICE/10.0.0.169</Application>
  <PresentationFormat>On-screen Show (4:3)</PresentationFormat>
  <Paragraphs>0</Paragraphs>
  <Slides>7</Slides>
  <Notes>7</Notes>
  <HiddenSlides>0</HiddenSlides>
  <MMClips>2</MMClips>
  <ScaleCrop>0</ScaleCrop>
  <HeadingPairs>
    <vt:vector size="4" baseType="variant">
      <vt:variant>
        <vt:lpstr>Theme</vt:lpstr>
      </vt:variant>
      <vt:variant>
        <vt:i4>1</vt:i4>
      </vt:variant>
      <vt:variant>
        <vt:lpstr>Slide Titles</vt:lpstr>
      </vt:variant>
      <vt:variant>
        <vt:i4>7</vt:i4>
      </vt:variant>
    </vt:vector>
  </HeadingPairs>
  <TitlesOfParts>
    <vt:vector size="8" baseType="lpstr">
      <vt:lpstr>Theme 1</vt:lpstr>
      <vt:lpstr>Slide 1</vt:lpstr>
      <vt:lpstr>Slide 2</vt:lpstr>
      <vt:lpstr>Slide 3</vt:lpstr>
      <vt:lpstr>Slide 4</vt:lpstr>
      <vt:lpstr>Slide 5</vt:lpstr>
      <vt:lpstr>Slide 6</vt:lpstr>
      <vt:lpstr>Slide 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Julien COMBLEZ</dc:creator>
  <cp:lastModifiedBy/>
  <cp:revision>4</cp:revision>
  <dcterms:created xsi:type="dcterms:W3CDTF">2026-10-13T07:46:09Z</dcterms:created>
  <dcterms:modified xsi:type="dcterms:W3CDTF">2026-10-19T06:26:47Z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0x010100D13F0084B24AA74087E0D5FB9F267B1F</vt:lpwstr>
  </property>
  <property fmtid="{D5CDD505-2E9C-101B-9397-08002B2CF9AE}" pid="3" name="MediaServiceImageTags">
    <vt:lpwstr/>
  </property>
  <property fmtid="{D5CDD505-2E9C-101B-9397-08002B2CF9AE}" pid="4" name="Order">
    <vt:r8>142000.000000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